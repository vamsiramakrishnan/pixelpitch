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285750" y="266700"/>
            <a:ext cx="5619750" cy="23050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85" y="13223"/>
                </a:moveTo>
                <a:cubicBezTo>
                  <a:pt x="32203" y="0"/>
                  <a:pt x="72881" y="9091"/>
                  <a:pt x="86441" y="46281"/>
                </a:cubicBezTo>
                <a:cubicBezTo>
                  <a:pt x="100000" y="83471"/>
                  <a:pt x="86441" y="100000"/>
                  <a:pt x="55932" y="94215"/>
                </a:cubicBezTo>
                <a:cubicBezTo>
                  <a:pt x="25424" y="88430"/>
                  <a:pt x="0" y="79339"/>
                  <a:pt x="5085" y="13223"/>
                </a:cubicBezTo>
                <a:close/>
              </a:path>
            </a:pathLst>
          </a:custGeom>
          <a:solidFill>
            <a:srgbClr val="A78BFA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239250" y="5334000"/>
            <a:ext cx="3048000" cy="2000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4375" y="9524"/>
                </a:moveTo>
                <a:cubicBezTo>
                  <a:pt x="65625" y="0"/>
                  <a:pt x="93750" y="19048"/>
                  <a:pt x="96875" y="57143"/>
                </a:cubicBezTo>
                <a:cubicBezTo>
                  <a:pt x="100000" y="95238"/>
                  <a:pt x="65625" y="100000"/>
                  <a:pt x="34375" y="90476"/>
                </a:cubicBezTo>
                <a:cubicBezTo>
                  <a:pt x="3125" y="80952"/>
                  <a:pt x="0" y="47619"/>
                  <a:pt x="6875" y="24762"/>
                </a:cubicBezTo>
                <a:cubicBezTo>
                  <a:pt x="10625" y="13333"/>
                  <a:pt x="21875" y="13333"/>
                  <a:pt x="34375" y="9524"/>
                </a:cubicBezTo>
                <a:close/>
              </a:path>
            </a:pathLst>
          </a:custGeom>
          <a:solidFill>
            <a:srgbClr val="E9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33450" y="2609850"/>
            <a:ext cx="1104900" cy="1104900"/>
          </a:xfrm>
          <a:prstGeom prst="ellipse">
            <a:avLst/>
          </a:prstGeom>
          <a:solidFill>
            <a:srgbClr val="F7B2A2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981450" y="3486150"/>
            <a:ext cx="1104900" cy="1104900"/>
          </a:xfrm>
          <a:prstGeom prst="ellipse">
            <a:avLst/>
          </a:prstGeom>
          <a:solidFill>
            <a:srgbClr val="2A9D8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029450" y="2609850"/>
            <a:ext cx="1104900" cy="1104900"/>
          </a:xfrm>
          <a:prstGeom prst="ellipse">
            <a:avLst/>
          </a:prstGeom>
          <a:solidFill>
            <a:srgbClr val="A78BF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734550" y="3486150"/>
            <a:ext cx="1104900" cy="1104900"/>
          </a:xfrm>
          <a:prstGeom prst="ellipse">
            <a:avLst/>
          </a:prstGeom>
          <a:solidFill>
            <a:srgbClr val="F4A261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048000" y="2762250"/>
            <a:ext cx="10668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23077"/>
                </a:moveTo>
                <a:cubicBezTo>
                  <a:pt x="35714" y="0"/>
                  <a:pt x="53571" y="100000"/>
                  <a:pt x="100000" y="90769"/>
                </a:cubicBezTo>
              </a:path>
            </a:pathLst>
          </a:custGeom>
          <a:noFill/>
          <a:ln w="1524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4095750" y="3829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57150"/>
                </a:lnTo>
                <a:lnTo>
                  <a:pt x="0" y="152400"/>
                </a:lnTo>
                <a:close/>
              </a:path>
            </a:pathLst>
          </a:cu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115050" y="2819400"/>
            <a:ext cx="1066800" cy="1295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82353"/>
                </a:moveTo>
                <a:cubicBezTo>
                  <a:pt x="42857" y="100000"/>
                  <a:pt x="60714" y="0"/>
                  <a:pt x="100000" y="16176"/>
                </a:cubicBezTo>
              </a:path>
            </a:pathLst>
          </a:custGeom>
          <a:noFill/>
          <a:ln w="1524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7162800" y="29718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0" y="0"/>
                </a:moveTo>
                <a:lnTo>
                  <a:pt x="152400" y="57150"/>
                </a:lnTo>
                <a:lnTo>
                  <a:pt x="19050" y="171450"/>
                </a:lnTo>
                <a:close/>
              </a:path>
            </a:pathLst>
          </a:cu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9163050" y="2895600"/>
            <a:ext cx="876300" cy="10096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6981"/>
                </a:moveTo>
                <a:cubicBezTo>
                  <a:pt x="52174" y="0"/>
                  <a:pt x="63043" y="100000"/>
                  <a:pt x="100000" y="100000"/>
                </a:cubicBezTo>
              </a:path>
            </a:pathLst>
          </a:custGeom>
          <a:noFill/>
          <a:ln w="1524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10020300" y="3848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57150"/>
                </a:lnTo>
                <a:lnTo>
                  <a:pt x="0" y="152400"/>
                </a:lnTo>
                <a:close/>
              </a:path>
            </a:pathLst>
          </a:cu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914400" y="1790700"/>
            <a:ext cx="3638550" cy="1143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66667"/>
                </a:moveTo>
                <a:cubicBezTo>
                  <a:pt x="32461" y="0"/>
                  <a:pt x="69110" y="100000"/>
                  <a:pt x="100000" y="33333"/>
                </a:cubicBezTo>
              </a:path>
            </a:pathLst>
          </a:custGeom>
          <a:noFill/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106150" y="1009650"/>
            <a:ext cx="266700" cy="266700"/>
          </a:xfrm>
          <a:prstGeom prst="ellipse">
            <a:avLst/>
          </a:prstGeom>
          <a:noFill/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1239500" y="800100"/>
            <a:ext cx="0" cy="7620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239500" y="1409700"/>
            <a:ext cx="0" cy="7620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506200" y="1143000"/>
            <a:ext cx="76200" cy="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96600" y="1143000"/>
            <a:ext cx="76200" cy="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85800"/>
            <a:ext cx="12509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A9D8F"/>
                </a:solidFill>
                <a:latin typeface="Inter"/>
              </a:rPr>
              <a:t>A small daily ritual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325463"/>
            <a:ext cx="4626769" cy="998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2D1F1F"/>
                </a:solidFill>
                <a:latin typeface="Source Serif Pro"/>
              </a:rPr>
              <a:t xml:space="preserve">Four steps, </a:t>
            </a:r>
            <a:r>
              <a:rPr sz="3600" b="0" i="1" u="none">
                <a:solidFill>
                  <a:srgbClr val="E76F51"/>
                </a:solidFill>
                <a:latin typeface="Source Serif Pro"/>
              </a:rPr>
              <a:t>none of them rushed</a:t>
            </a:r>
            <a:r>
              <a:rPr sz="360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43200"/>
            <a:ext cx="2286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314700"/>
            <a:ext cx="2286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Arrive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571875"/>
            <a:ext cx="2286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Sit before you stand.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99446"/>
            <a:ext cx="2286000" cy="639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Two minutes by the window. No phone, no agenda. Notice the temperature of the room.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400" y="3619500"/>
            <a:ext cx="2286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4191000"/>
            <a:ext cx="2286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Warm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4448175"/>
            <a:ext cx="2286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Make something hot.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4775746"/>
            <a:ext cx="2286000" cy="639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Tea, coffee, broth — the choice matters less than the slowness of preparing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0" y="2743200"/>
            <a:ext cx="2286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iii.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0400" y="3314700"/>
            <a:ext cx="2286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0400" y="3571875"/>
            <a:ext cx="2286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One line, by hand.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0400" y="3899446"/>
            <a:ext cx="2286000" cy="639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Whatever is loudest in your chest. Five words is enough; no one is grading.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3600" y="3619500"/>
            <a:ext cx="1905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3600" y="4191000"/>
            <a:ext cx="1905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Begin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3600" y="4448175"/>
            <a:ext cx="1905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Choose one thing.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3600" y="4775746"/>
            <a:ext cx="1905000" cy="426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Not the urgent thing. The kind 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267450"/>
            <a:ext cx="154200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Practice, not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7A6A6A"/>
      </a:accent2>
      <a:accent3>
        <a:srgbClr val="264653"/>
      </a:accent3>
      <a:accent4>
        <a:srgbClr val="3A2A2A"/>
      </a:accent4>
      <a:accent5>
        <a:srgbClr val="E8F0EB"/>
      </a:accent5>
      <a:accent6>
        <a:srgbClr val="2A9D8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
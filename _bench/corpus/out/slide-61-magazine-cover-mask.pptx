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Tiempos Headline" panose="02040603050405020304" charset="0"/>
      <p:regular r:id="rIdSlidifyFont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000000">
                  <a:alpha val="55000"/>
                </a:srgbClr>
              </a:gs>
              <a:gs pos="28000">
                <a:srgbClr val="000000">
                  <a:alpha val="10000"/>
                </a:srgbClr>
              </a:gs>
              <a:gs pos="60000">
                <a:srgbClr val="000000">
                  <a:alpha val="10000"/>
                </a:srgbClr>
              </a:gs>
              <a:gs pos="100000">
                <a:srgbClr val="000000">
                  <a:alpha val="85000"/>
                </a:srgbClr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304800"/>
            <a:ext cx="1384995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Tiempos Headline"/>
              </a:rPr>
              <a:t>CABINET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23950"/>
            <a:ext cx="309101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F3B1F"/>
                </a:solidFill>
                <a:latin typeface="Inter Display"/>
              </a:rPr>
              <a:t>The Long View — Issue No. 47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19250"/>
            <a:ext cx="11277600" cy="30843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629150"/>
            <a:ext cx="5334000" cy="8572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Tiempos Headline"/>
              </a:rPr>
              <a:t xml:space="preserve">Six photographers spent the year tracing the
    geographies that hold us — from the saltline
    of the Aral Sea to the ridge above Glen Coe —
    asking what a landscape remembers.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15050"/>
            <a:ext cx="519053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Inter Display"/>
              </a:rPr>
              <a:t>Photographs by Maren Asher  ·  Words by Idris Calloway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63350" y="1619250"/>
            <a:ext cx="19050" cy="4000500"/>
          </a:xfrm>
          <a:prstGeom prst="rect">
            <a:avLst/>
          </a:prstGeom>
          <a:solidFill>
            <a:srgbClr val="FFFF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315700" y="1905000"/>
            <a:ext cx="114300" cy="21100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 Display"/>
              </a:rPr>
              <a:t>USPS · PRINTED IN MAINE</a:t>
            </a:r>
          </a:p>
        </p:txBody>
      </p:sp>
      <p:sp>
        <p:nvSpPr>
          <p:cNvPr id="12" name="Rectangle 11"/>
          <p:cNvSpPr/>
          <p:nvPr/>
        </p:nvSpPr>
        <p:spPr>
          <a:gradFill flip="none" rotWithShape="1">
            <a:gsLst>
              <a:gs pos="0">
                <a:srgbClr val="FFFFFF"/>
              </a:gs>
              <a:gs pos="20000">
                <a:srgbClr val="FFFFFF"/>
              </a:gs>
              <a:gs pos="40000">
                <a:srgbClr val="FFFFFF"/>
              </a:gs>
              <a:gs pos="60000">
                <a:srgbClr val="FFFFFF"/>
              </a:gs>
              <a:gs pos="80000">
                <a:srgbClr val="FFFFFF"/>
              </a:gs>
              <a:gs pos="100000">
                <a:srgbClr val="FFFFFF"/>
              </a:gs>
            </a:gsLst>
            <a:lin ang="0" scaled="0"/>
          </a:gradFill>
          <a:xfrm>
            <a:off x="10439400" y="5810250"/>
            <a:ext cx="1143000" cy="43815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3B1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
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Tiempos Headline" panose="02040603050405020304" charset="0"/>
      <p:regular r:id="rIdSlidifyFont1"/>
      <p:bold r:id="rIdSlidifyFont2"/>
      <p:bold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10000">
                <a:srgbClr val="000000">
                  <a:alpha val="5833"/>
                </a:srgbClr>
              </a:gs>
              <a:gs pos="20000">
                <a:srgbClr val="000000">
                  <a:alpha val="11667"/>
                </a:srgbClr>
              </a:gs>
              <a:gs pos="30000">
                <a:srgbClr val="000000">
                  <a:alpha val="17500"/>
                </a:srgbClr>
              </a:gs>
              <a:gs pos="40000">
                <a:srgbClr val="000000">
                  <a:alpha val="23333"/>
                </a:srgbClr>
              </a:gs>
              <a:gs pos="50000">
                <a:srgbClr val="000000">
                  <a:alpha val="29167"/>
                </a:srgbClr>
              </a:gs>
              <a:gs pos="60000">
                <a:srgbClr val="000000">
                  <a:alpha val="35000"/>
                </a:srgbClr>
              </a:gs>
              <a:gs pos="66667">
                <a:srgbClr val="000000">
                  <a:alpha val="42167"/>
                </a:srgbClr>
              </a:gs>
              <a:gs pos="73333">
                <a:srgbClr val="000000">
                  <a:alpha val="49333"/>
                </a:srgbClr>
              </a:gs>
              <a:gs pos="80000">
                <a:srgbClr val="000000">
                  <a:alpha val="56500"/>
                </a:srgbClr>
              </a:gs>
              <a:gs pos="86667">
                <a:srgbClr val="000000">
                  <a:alpha val="63667"/>
                </a:srgbClr>
              </a:gs>
              <a:gs pos="93333">
                <a:srgbClr val="000000">
                  <a:alpha val="70833"/>
                </a:srgbClr>
              </a:gs>
              <a:gs pos="100000">
                <a:srgbClr val="000000">
                  <a:alpha val="78000"/>
                </a:srgbClr>
              </a:gs>
            </a:gsLst>
            <a:path path="circle">
              <a:fillToRect l="50000" t="55000" r="50000" b="4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333500"/>
            <a:ext cx="1051620" cy="1600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1EFF8C"/>
                </a:solidFill>
                <a:latin typeface="Tiempos Headline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52625"/>
            <a:ext cx="8381405" cy="421421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The work was never about being </a:t>
            </a:r>
            <a:r>
              <a:rPr sz="6300" b="1" i="1" u="none">
                <a:solidFill>
                  <a:srgbClr val="1EFF8C"/>
                </a:solidFill>
                <a:latin typeface="Tiempos Headline"/>
              </a:rPr>
              <a:t>seen</a:t>
            </a:r>
            <a:r>
              <a:rPr sz="6300" b="1" i="0" u="none">
                <a:solidFill>
                  <a:srgbClr val="FFFFFF"/>
                </a:solidFill>
                <a:latin typeface="Tiempos Headline"/>
              </a:rPr>
              <a:t>.</a:t>
            </a:r>
          </a:p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It was about </a:t>
            </a:r>
            <a:r>
              <a:rPr sz="6300" b="1" i="1" u="none">
                <a:solidFill>
                  <a:srgbClr val="1EFF8C"/>
                </a:solidFill>
                <a:latin typeface="Tiempos Headline"/>
              </a:rPr>
              <a:t>seeing</a:t>
            </a:r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 — and learning,</a:t>
            </a:r>
          </a:p>
          <a:p>
            <a:pPr algn="l"/>
            <a:r>
              <a:rPr sz="6300" b="1" i="0" u="none">
                <a:solidFill>
                  <a:srgbClr val="FFFFFF"/>
                </a:solidFill>
                <a:latin typeface="Tiempos Headline"/>
              </a:rPr>
              <a:t xml:space="preserve">
    finally, when to look away.
  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000000">
                  <a:alpha val="0"/>
                </a:srgbClr>
              </a:gs>
              <a:gs pos="8333">
                <a:srgbClr val="0F0F0F">
                  <a:alpha val="9167"/>
                </a:srgbClr>
              </a:gs>
              <a:gs pos="16667">
                <a:srgbClr val="363636">
                  <a:alpha val="18333"/>
                </a:srgbClr>
              </a:gs>
              <a:gs pos="25000">
                <a:srgbClr val="636363">
                  <a:alpha val="27500"/>
                </a:srgbClr>
              </a:gs>
              <a:gs pos="33333">
                <a:srgbClr val="949494">
                  <a:alpha val="36667"/>
                </a:srgbClr>
              </a:gs>
              <a:gs pos="41667">
                <a:srgbClr val="C8C8C8">
                  <a:alpha val="45833"/>
                </a:srgbClr>
              </a:gs>
              <a:gs pos="50000">
                <a:srgbClr val="FFFFFF">
                  <a:alpha val="55000"/>
                </a:srgbClr>
              </a:gs>
              <a:gs pos="58333">
                <a:srgbClr val="FFFFFF">
                  <a:alpha val="45833"/>
                </a:srgbClr>
              </a:gs>
              <a:gs pos="66667">
                <a:srgbClr val="FFFFFF">
                  <a:alpha val="36667"/>
                </a:srgbClr>
              </a:gs>
              <a:gs pos="75000">
                <a:srgbClr val="FFFFFF">
                  <a:alpha val="27500"/>
                </a:srgbClr>
              </a:gs>
              <a:gs pos="83333">
                <a:srgbClr val="FFFFFF">
                  <a:alpha val="18333"/>
                </a:srgbClr>
              </a:gs>
              <a:gs pos="91667">
                <a:srgbClr val="FFFFFF">
                  <a:alpha val="9167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11572875" y="1333500"/>
            <a:ext cx="9525" cy="1524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43000" y="5638800"/>
            <a:ext cx="457200" cy="9525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EFF8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
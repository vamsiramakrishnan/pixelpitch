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JetBrains Mono" panose="020B0609040504020204" charset="0"/>
      <p:regular r:id="rIdSlidifyFont1"/>
      <p:bold r:id="rIdSlidify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762000"/>
            <a:ext cx="11430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// 24 — CODE BLOCK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62025"/>
            <a:ext cx="11430000" cy="36001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0A0A0A"/>
                </a:solidFill>
                <a:latin typeface="Consolas"/>
              </a:rPr>
              <a:t>fn handle_batch&lt;T&gt;( ) -&gt; Result&lt;Out, Err&gt;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812131"/>
            <a:ext cx="6629400" cy="4780062"/>
          </a:xfrm>
          <a:prstGeom prst="rect">
            <a:avLst/>
          </a:prstGeom>
          <a:solidFill>
            <a:srgbClr val="0A0A0A"/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95300" y="1812131"/>
            <a:ext cx="2293888" cy="1476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~/svc/norm/src/handler.rs  //  rust 1.78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7175" y="1812131"/>
            <a:ext cx="917525" cy="1476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L1:38  UTF-8  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209800"/>
            <a:ext cx="6477000" cy="44123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1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// hot path: parse, dedupe, emit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2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pub fn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handle_batch&lt;T: Record&gt;(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3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batch: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&amp;[Raw&lt;T&gt;]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,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4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ctx:  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&amp;Ctx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,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5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) -&gt;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Result&lt;Out, Err&gt;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{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6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// 01 - bound concurrency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7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let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sem = ctx.sem.clone();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8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let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_p  = sem.acquire()?;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9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10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// 02 - parse with budget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11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let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parsed = batch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12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    .iter()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13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    .map(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|r|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parse(r, ctx))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14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    .collect::&lt;Result&lt;Vec&lt;_&gt;, _&gt;&gt;()?;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15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16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// 03 - dedupe (xxhash64)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17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let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uniq = dedupe(&amp;parsed, &amp;ctx.seen);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18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19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// 04 - emit to sink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20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sink::emit(&amp;ctx.out, uniq).await?;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21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22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Ok(Out { n: parsed.len() as u32 })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23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0" y="1895475"/>
            <a:ext cx="22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5700" y="1895475"/>
            <a:ext cx="4305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A0A0A"/>
                </a:solidFill>
                <a:latin typeface="Consolas"/>
              </a:rPr>
              <a:t>BOUND CONCURRENCY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5700" y="2076450"/>
            <a:ext cx="430530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Semaphore caps in-flight batches at 64. Backpressure is a permit, not a queue.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0" y="2656284"/>
            <a:ext cx="22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5700" y="2656284"/>
            <a:ext cx="4305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A0A0A"/>
                </a:solidFill>
                <a:latin typeface="Consolas"/>
              </a:rPr>
              <a:t>PARSE /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5700" y="2837259"/>
            <a:ext cx="430530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Per-record budget = 200us. Over-budget rows route to DLQ, never block the loop.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0" y="3417094"/>
            <a:ext cx="228600" cy="228600"/>
          </a:xfrm>
          <a:prstGeom prst="rect">
            <a:avLst/>
          </a:prstGeom>
          <a:solidFill>
            <a:srgbClr val="CDFF00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700" y="3417094"/>
            <a:ext cx="4305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A0A0A"/>
                </a:solidFill>
                <a:latin typeface="Consolas"/>
              </a:rPr>
              <a:t>DEDUPE / xxh64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5700" y="3598069"/>
            <a:ext cx="430530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Bloom + recent set. Hot path: O(1) avg, no allocations, single hash family.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177903"/>
            <a:ext cx="22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5700" y="4177903"/>
            <a:ext cx="4305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A0A0A"/>
                </a:solidFill>
                <a:latin typeface="Consolas"/>
              </a:rPr>
              <a:t>EMIT / SINK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700" y="4358878"/>
            <a:ext cx="430530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Async batch flush, fixed 4KiB frames, idempotent on retry. No partial commits.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0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143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477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81050" y="61912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144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0477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1811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314450" y="61912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4478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5811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7145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8478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9812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114550" y="61912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2479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81000" y="6448425"/>
            <a:ext cx="687586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RUST 1.78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5736" y="6448425"/>
            <a:ext cx="859631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edition 2021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42517" y="6448425"/>
            <a:ext cx="630287" cy="180975"/>
          </a:xfrm>
          <a:prstGeom prst="rect">
            <a:avLst/>
          </a:prstGeom>
          <a:solidFill>
            <a:srgbClr val="CDFF00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HOT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9954" y="6448425"/>
            <a:ext cx="687586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no_unsafe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FAF9"/>
      </a:accent1>
      <a:accent2>
        <a:srgbClr val="CDFF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
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Tiempos Headline" panose="020406030504050203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457200"/>
            <a:ext cx="27336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6E5A3A"/>
                </a:solidFill>
                <a:latin typeface="Inter Display"/>
              </a:rPr>
              <a:t>Aperture · No. 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76300"/>
            <a:ext cx="273367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B04A1C"/>
                </a:solidFill>
                <a:latin typeface="Inter Display"/>
              </a:rPr>
              <a:t>Field Notebook —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33475"/>
            <a:ext cx="1991469" cy="17576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
      Six</a:t>
            </a:r>
          </a:p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>rooms,</a:t>
            </a:r>
          </a:p>
          <a:p>
            <a:pPr algn="l"/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one </a:t>
            </a:r>
            <a:r>
              <a:rPr sz="4650" b="1" i="1" u="none">
                <a:solidFill>
                  <a:srgbClr val="B04A1C"/>
                </a:solidFill>
                <a:latin typeface="Tiempos Headline"/>
              </a:rPr>
              <a:t>year</a:t>
            </a:r>
            <a:r>
              <a:rPr sz="4650" b="1" i="0" u="none">
                <a:solidFill>
                  <a:srgbClr val="15140F"/>
                </a:solidFill>
                <a:latin typeface="Tiempos Headline"/>
              </a:rPr>
              <a:t xml:space="preserve">.
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055590"/>
            <a:ext cx="2733675" cy="6429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3A3428"/>
                </a:solidFill>
                <a:latin typeface="Tiempos Headline"/>
              </a:rPr>
              <a:t xml:space="preserve">A traveling portfolio — Reykjavik to Lisbon
      to Hanoi — built from the in-between hours.
      Edited from 4,200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2400" y="457200"/>
            <a:ext cx="508635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457200"/>
            <a:ext cx="5086350" cy="2905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38600" y="533400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2100" y="457200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0" y="457200"/>
            <a:ext cx="2476500" cy="2905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8300" y="533400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2400" y="3495675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495675"/>
            <a:ext cx="2476500" cy="2905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3860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2250" y="3495675"/>
            <a:ext cx="2476500" cy="2905125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3495675"/>
            <a:ext cx="2476500" cy="2905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4845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2100" y="3495675"/>
            <a:ext cx="2476500" cy="1385888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3495675"/>
            <a:ext cx="2476500" cy="1385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58300" y="3571875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2100" y="5014912"/>
            <a:ext cx="2476500" cy="1385888"/>
          </a:xfrm>
          <a:prstGeom prst="roundRect">
            <a:avLst/>
          </a:prstGeom>
          <a:solidFill>
            <a:srgbClr val="22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5014912"/>
            <a:ext cx="2476500" cy="1385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58300" y="5091112"/>
            <a:ext cx="254645" cy="142875"/>
          </a:xfrm>
          <a:prstGeom prst="rect">
            <a:avLst/>
          </a:prstGeom>
          <a:solidFill>
            <a:srgbClr val="F6F4EF"/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5140F"/>
                </a:solidFill>
                <a:latin typeface="Inter Display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40F"/>
      </a:accent1>
      <a:accent2>
        <a:srgbClr val="F6F4EF"/>
      </a:accent2>
      <a:accent3>
        <a:srgbClr val="221C14"/>
      </a:accent3>
      <a:accent4>
        <a:srgbClr val="8A7A5A"/>
      </a:accent4>
      <a:accent5>
        <a:srgbClr val="6E5A3A"/>
      </a:accent5>
      <a:accent6>
        <a:srgbClr val="B04A1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
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F Pro Display" panose="020B0604020202020204" charset="0"/>
      <p:regular r:id="rIdSlidifyFont1"/>
      <p:bold r:id="rIdSlidifyFont2"/>
    </p:embeddedFont>
    <p:embeddedFont>
      <p:font typeface="New York" panose="020B0604020202020204" charset="0"/>
      <p:regular r:id="rIdSlidifyFont3"/>
      <p:bold r:id="rIdSlidifyFont4"/>
      <p:boldItalic r:id="rIdSlidifyFont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Relationship Id="rIdSlidifyFont5" Type="http://schemas.openxmlformats.org/officeDocument/2006/relationships/font" Target="fonts/font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43000" y="609600"/>
            <a:ext cx="120163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A84FF"/>
                </a:solidFill>
                <a:latin typeface="Sf Pro Display"/>
              </a:rPr>
              <a:t>In their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2047875"/>
            <a:ext cx="9297442" cy="199280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800" b="1" i="0" u="none">
                <a:solidFill>
                  <a:srgbClr val="0A84FF"/>
                </a:solidFill>
                <a:latin typeface="New York"/>
              </a:rPr>
              <a:t>“</a:t>
            </a:r>
            <a:r>
              <a:rPr sz="4800" b="1" i="0" u="none">
                <a:solidFill>
                  <a:srgbClr val="000000"/>
                </a:solidFill>
                <a:latin typeface="New York"/>
              </a:rPr>
              <a:t xml:space="preserve">It is the </a:t>
            </a:r>
            <a:r>
              <a:rPr sz="4800" b="1" i="1" u="none">
                <a:solidFill>
                  <a:srgbClr val="0A84FF"/>
                </a:solidFill>
                <a:latin typeface="New York"/>
              </a:rPr>
              <a:t>quietest</a:t>
            </a:r>
            <a:r>
              <a:rPr sz="4800" b="1" i="0" u="none">
                <a:solidFill>
                  <a:srgbClr val="000000"/>
                </a:solidFill>
                <a:latin typeface="New York"/>
              </a:rPr>
              <a:t xml:space="preserve"> piece of hardware we have ever built — and somehow the most powerful.</a:t>
            </a:r>
            <a:r>
              <a:rPr sz="4800" b="1" i="0" u="none">
                <a:solidFill>
                  <a:srgbClr val="0A84FF"/>
                </a:solidFill>
                <a:latin typeface="New York"/>
              </a:rPr>
              <a:t>”</a:t>
            </a:r>
            <a:r>
              <a:rPr sz="4800" b="1" i="0" u="none">
                <a:solidFill>
                  <a:srgbClr val="000000"/>
                </a:solidFill>
                <a:latin typeface="New York"/>
              </a:rPr>
              <a:t xml:space="preserve">
  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5405438"/>
            <a:ext cx="95250" cy="9525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567095" y="6286500"/>
            <a:ext cx="4819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000000"/>
                </a:solidFill>
                <a:latin typeface="Sf Pro Display"/>
              </a:rPr>
              <a:t>16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A84FF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
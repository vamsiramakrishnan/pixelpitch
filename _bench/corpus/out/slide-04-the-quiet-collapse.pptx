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  <p:embeddedFont>
      <p:font typeface="IBM Plex Mono" panose="020B0609040504020204" charset="0"/>
      <p:regular r:id="rIdSlidifyFont4"/>
      <p:bold r:id="rIdSlidify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53104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7000" y="457200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Investigation ·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647700"/>
            <a:ext cx="6858000" cy="11885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1A1A1A"/>
                </a:solidFill>
                <a:latin typeface="Source Serif Pro"/>
              </a:rPr>
              <a:t>The quiet collapse of local newsrooms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1979116"/>
            <a:ext cx="6471493" cy="721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Source Serif Pro"/>
              </a:rPr>
              <a:t xml:space="preserve">Between 2005 and 2024, the United States lost </a:t>
            </a:r>
            <a:r>
              <a:rPr sz="1350" b="0" i="1" u="none">
                <a:solidFill>
                  <a:srgbClr val="1A1A1A"/>
                </a:solidFill>
                <a:latin typeface="Source Serif Pro"/>
              </a:rPr>
              <a:t>2,886 newspapers</a:t>
            </a:r>
            <a:r>
              <a:rPr sz="1350" b="0" i="0" u="none">
                <a:solidFill>
                  <a:srgbClr val="1A1A1A"/>
                </a:solidFill>
                <a:latin typeface="Source Serif Pro"/>
              </a:rPr>
              <a:t xml:space="preserve"> — most of them weeklies in counties of fewer than 50,000 people. The closures don't just shrink coverage. They reshape </a:t>
            </a:r>
            <a:r>
              <a:rPr sz="1350" b="1" i="0" u="none">
                <a:solidFill>
                  <a:srgbClr val="1A1A1A"/>
                </a:solidFill>
                <a:latin typeface="Source Serif Pro"/>
              </a:rPr>
              <a:t>turnout, bond ratings, and trust</a:t>
            </a:r>
            <a:r>
              <a:rPr sz="1350" b="0" i="0" u="none">
                <a:solidFill>
                  <a:srgbClr val="1A1A1A"/>
                </a:solidFill>
                <a:latin typeface="Source Serif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2938016"/>
            <a:ext cx="6738045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1A1A1A"/>
                </a:solidFill>
                <a:latin typeface="Source Serif Pro"/>
              </a:rPr>
              <a:t xml:space="preserve">The pattern is geographic and it is structural. Of the 3,143 counties in the country, </a:t>
            </a:r>
            <a:r>
              <a:rPr sz="1125" b="1" i="0" u="none">
                <a:solidFill>
                  <a:srgbClr val="1A1A1A"/>
                </a:solidFill>
                <a:latin typeface="Source Serif Pro"/>
              </a:rPr>
              <a:t>206 now have no local newspaper at all</a:t>
            </a:r>
            <a:r>
              <a:rPr sz="1125" b="0" i="0" u="none">
                <a:solidFill>
                  <a:srgbClr val="1A1A1A"/>
                </a:solidFill>
                <a:latin typeface="Source Serif Pro"/>
              </a:rPr>
              <a:t xml:space="preserve"> and another 1,562 have only one — typically a weekly with fewer than three full-time reporters. The losses concentrate in places already losing population, jobs, and broadband. </a:t>
            </a:r>
            <a:r>
              <a:rPr sz="1125" b="0" i="1" u="none">
                <a:solidFill>
                  <a:srgbClr val="1A1A1A"/>
                </a:solidFill>
                <a:latin typeface="Source Serif Pro"/>
              </a:rPr>
              <a:t>News deserts compound on the deserts that produced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985766"/>
            <a:ext cx="5915025" cy="90011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Source Serif Pro"/>
              </a:rPr>
              <a:t>"The first thing that goes is the school-board meeting. The last thing that goes is the obituary page. Everything in between is what we used to call accountability."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5057329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Inter"/>
              </a:rPr>
              <a:t>— Penelope Muse Abernathy, UNC Hussman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5285929"/>
            <a:ext cx="6858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U.S. newspapers in operation, 2005–2024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5400229"/>
            <a:ext cx="685800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Source Serif Pro"/>
              </a:rPr>
              <a:t>A net loss of one paper every 2.6 days for nineteen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150" y="5619304"/>
            <a:ext cx="6150620" cy="1238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724150" y="5714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150" y="6095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6476554"/>
            <a:ext cx="24253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7,000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6848475"/>
            <a:ext cx="242534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619304"/>
            <a:ext cx="8778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2005 · 8,891 papers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4480" y="6848475"/>
            <a:ext cx="877891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2024 · 6,005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0" y="6848475"/>
            <a:ext cx="111770" cy="9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6486525"/>
            <a:ext cx="3623072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UNC Hussman School / Northwestern Medill Local News Initiative ·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52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04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FAFAF6"/>
      </a:accent2>
      <a:accent3>
        <a:srgbClr val="C41E3A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
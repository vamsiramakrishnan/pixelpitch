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F Pro Display" panose="020B0604020202020204" charset="0"/>
      <p:regular r:id="rIdSlidifyFont1"/>
      <p:bold r:id="rIdSlidify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14400" y="762000"/>
            <a:ext cx="49321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9F0A"/>
                </a:solidFill>
                <a:latin typeface="Sf Pro Display"/>
              </a:rPr>
              <a:t>Act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16361"/>
            <a:ext cx="6626423" cy="310693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2000" b="1" i="0" u="none">
                <a:solidFill>
                  <a:srgbClr val="000000"/>
                </a:solidFill>
                <a:latin typeface="Sf Pro Display"/>
              </a:rPr>
              <a:t xml:space="preserve">One </a:t>
            </a:r>
            <a:r>
              <a:rPr sz="12000" b="1" i="0" u="none">
                <a:solidFill>
                  <a:srgbClr val="FF9F0A"/>
                </a:solidFill>
                <a:latin typeface="Sf Pro Display"/>
              </a:rPr>
              <a:t>more</a:t>
            </a:r>
          </a:p>
          <a:p>
            <a:pPr algn="l"/>
            <a:r>
              <a:rPr sz="12000" b="1" i="0" u="none">
                <a:solidFill>
                  <a:srgbClr val="000000"/>
                </a:solidFill>
                <a:latin typeface="Sf Pro Display"/>
              </a:rPr>
              <a:t>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86500"/>
            <a:ext cx="181748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0000"/>
                </a:solidFill>
                <a:latin typeface="Sf Pro Display"/>
              </a:rPr>
              <a:t>Keynote —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95695" y="6286500"/>
            <a:ext cx="4819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0000"/>
                </a:solidFill>
                <a:latin typeface="Sf Pro Display"/>
              </a:rPr>
              <a:t>12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9F0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
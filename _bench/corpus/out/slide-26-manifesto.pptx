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11430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// 26 — MANIFESTO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62025"/>
            <a:ext cx="1143000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0A0A0A"/>
                </a:solidFill>
                <a:latin typeface="Consolas"/>
              </a:rPr>
              <a:t>NINE LAWS //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495425"/>
            <a:ext cx="428922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onsolas"/>
              </a:rPr>
              <a:t xml:space="preserve">A working list. </a:t>
            </a:r>
            <a:r>
              <a:rPr sz="975" b="1" i="0" u="none">
                <a:solidFill>
                  <a:srgbClr val="0A0A0A"/>
                </a:solidFill>
                <a:latin typeface="Consolas"/>
              </a:rPr>
              <a:t>UPDATED 2026.04.30</a:t>
            </a:r>
            <a:r>
              <a:rPr sz="975" b="1" i="0" u="none">
                <a:solidFill>
                  <a:srgbClr val="0A0A0A"/>
                </a:solidFill>
                <a:latin typeface="Consolas"/>
              </a:rPr>
              <a:t>. Replaces all priors.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0" y="838200"/>
            <a:ext cx="1143000" cy="57150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7251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858500" y="8953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9918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125200" y="8953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2585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91900" y="8953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525250" y="8953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658600" y="8953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725150" y="102870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8585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991850" y="102870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11252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258550" y="102870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919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1525250" y="102870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1658600" y="102870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72515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0858500" y="11620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099185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125200" y="11620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125855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1391900" y="11620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1525250" y="11620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658600" y="11620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81000" y="218122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218122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PREFER EXPLICIT OVER CLEVER. NAMES DESCRIBE WHAT, NOT HOW.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0" y="218122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2628900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26289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BUDGETS ARE LAWS. P99 IS A CONTRACT, NOT A WISH.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0" y="2628900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307657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07657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RETRIES ARE IDEMPOTENT OR THEY ARE BUGS.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5500" y="307657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3524250"/>
            <a:ext cx="440494" cy="438150"/>
          </a:xfrm>
          <a:prstGeom prst="rect">
            <a:avLst/>
          </a:prstGeom>
          <a:solidFill>
            <a:srgbClr val="CDFF00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352425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THE HOT PATH ALLOCATES NOTHING IT CAN LEND.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5500" y="3524250"/>
            <a:ext cx="566203" cy="438150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DFF00"/>
                </a:solidFill>
                <a:latin typeface="Consolas"/>
              </a:rPr>
              <a:t>[ HOT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397192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397192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EVERY QUEUE HAS A DEPTH. UNBOUNDED IS UNSHIPPED.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5500" y="397192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000" y="4419600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441960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TIMEOUTS BEFORE RETRIES BEFORE CIRCUITS. IN THAT ORDER.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5500" y="4419600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000" y="486727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486727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LOG THE DECISION, NOT THE DATA. PII NEVER CROSSES THE LINE.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5500" y="486727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000" y="5314950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5314950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FEATURE FLAGS EXPIRE. STALE FLAGS ARE TECHNICAL DEBT.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15500" y="5314950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" y="5762625"/>
            <a:ext cx="762000" cy="438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0A0A0A"/>
                </a:solidFill>
                <a:latin typeface="Consolas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5762625"/>
            <a:ext cx="8572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0A0A0A"/>
                </a:solidFill>
                <a:latin typeface="Consolas"/>
              </a:rPr>
              <a:t>A DASHBOARD THAT NEVER ALERTS IS DECORATION.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5500" y="5762625"/>
            <a:ext cx="209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[ AXIOM 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143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477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810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9144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0477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811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3144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4478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5811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7145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847850" y="6191250"/>
            <a:ext cx="95250" cy="95250"/>
          </a:xfrm>
          <a:prstGeom prst="rect">
            <a:avLst/>
          </a:prstGeom>
          <a:noFill/>
          <a:ln w="9525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9812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114550" y="6191250"/>
            <a:ext cx="95250" cy="95250"/>
          </a:xfrm>
          <a:prstGeom prst="rect">
            <a:avLst/>
          </a:prstGeom>
          <a:solidFill>
            <a:srgbClr val="C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247900" y="6191250"/>
            <a:ext cx="95250" cy="952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81000" y="6448425"/>
            <a:ext cx="400943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v1.0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9093" y="6448425"/>
            <a:ext cx="572988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09 LAWS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9231" y="6448425"/>
            <a:ext cx="572988" cy="180975"/>
          </a:xfrm>
          <a:prstGeom prst="rect">
            <a:avLst/>
          </a:prstGeom>
          <a:solidFill>
            <a:srgbClr val="CDFF00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UPDATED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99370" y="6448425"/>
            <a:ext cx="51554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SIG 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DFF00"/>
      </a:accent1>
      <a:accent2>
        <a:srgbClr val="FAFAF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
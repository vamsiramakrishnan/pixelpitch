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58175" y="4438650"/>
            <a:ext cx="1168747" cy="723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58175" y="4438650"/>
            <a:ext cx="8191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2D1F1F"/>
                </a:solidFill>
                <a:latin typeface="Source Serif Pro"/>
              </a:rPr>
              <a:t>Morning, no.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67700" y="5048250"/>
            <a:ext cx="1159222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2D1F1F"/>
                </a:solidFill>
                <a:latin typeface="Inter"/>
              </a:rPr>
              <a:t>Photographed at low 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685800"/>
            <a:ext cx="202480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E76F51"/>
                </a:solidFill>
                <a:latin typeface="Inter"/>
              </a:rPr>
              <a:t>A field guide for the unhurried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05484"/>
            <a:ext cx="4417070" cy="212288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5100" b="1" i="0" u="none">
                <a:solidFill>
                  <a:srgbClr val="2D1F1F"/>
                </a:solidFill>
                <a:latin typeface="Source Serif Pro"/>
              </a:rPr>
              <a:t xml:space="preserve">A softer cadence for the </a:t>
            </a:r>
            <a:r>
              <a:rPr sz="5100" b="0" i="1" u="none">
                <a:solidFill>
                  <a:srgbClr val="264653"/>
                </a:solidFill>
                <a:latin typeface="Source Serif Pro"/>
              </a:rPr>
              <a:t>way you work</a:t>
            </a:r>
            <a:r>
              <a:rPr sz="5100" b="1" i="0" u="none">
                <a:solidFill>
                  <a:srgbClr val="2D1F1F"/>
                </a:solidFill>
                <a:latin typeface="Source Serif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67225"/>
            <a:ext cx="4191000" cy="80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4A3A3A"/>
                </a:solidFill>
                <a:latin typeface="Inter"/>
              </a:rPr>
              <a:t>The companion deck for teams that prefer the long breath. Six chapters, one ritual, no urgency. Begin wherever the morning finds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91250"/>
            <a:ext cx="295528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Spring edition </a:t>
            </a:r>
            <a:r>
              <a:rPr sz="900" b="0" i="0" u="none">
                <a:solidFill>
                  <a:srgbClr val="D8C8B8"/>
                </a:solidFill>
                <a:latin typeface="Inter"/>
              </a:rPr>
              <a:t xml:space="preserve"> / </a:t>
            </a:r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 Volume 04 </a:t>
            </a:r>
            <a:r>
              <a:rPr sz="900" b="0" i="0" u="none">
                <a:solidFill>
                  <a:srgbClr val="D8C8B8"/>
                </a:solidFill>
                <a:latin typeface="Inter"/>
              </a:rPr>
              <a:t xml:space="preserve"> / </a:t>
            </a:r>
            <a:r>
              <a:rPr sz="900" b="0" i="0" u="none">
                <a:solidFill>
                  <a:srgbClr val="7A6A6A"/>
                </a:solidFill>
                <a:latin typeface="Inter"/>
              </a:rPr>
              <a:t xml:space="preserve"> Made slowly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D1F1F"/>
      </a:accent1>
      <a:accent2>
        <a:srgbClr val="FEF6E8"/>
      </a:accent2>
      <a:accent3>
        <a:srgbClr val="E76F51"/>
      </a:accent3>
      <a:accent4>
        <a:srgbClr val="4A3A3A"/>
      </a:accent4>
      <a:accent5>
        <a:srgbClr val="7A6A6A"/>
      </a:accent5>
      <a:accent6>
        <a:srgbClr val="A89888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
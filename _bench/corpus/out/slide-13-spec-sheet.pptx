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F Pro Display" panose="020B0604020202020204" charset="0"/>
      <p:regular r:id="rIdSlidifyFont1"/>
      <p:bold r:id="rIdSlidifyFont2"/>
    </p:embeddedFont>
    <p:embeddedFont>
      <p:font typeface="SF Mono" panose="020B0609040504020204" charset="0"/>
      <p:regular r:id="rIdSlidifyFont3"/>
      <p:bold r:id="rIdSlidify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80143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BF5AF2"/>
                </a:solidFill>
                <a:latin typeface="Sf Pro Display"/>
              </a:rPr>
              <a:t>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450032"/>
            <a:ext cx="10522446" cy="630882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5400" b="1" i="0" u="none">
                <a:solidFill>
                  <a:srgbClr val="FFFFFF"/>
                </a:solidFill>
                <a:latin typeface="Sf Pro Display"/>
              </a:rPr>
              <a:t>Pro, in the smallest possible frame.</a:t>
            </a:r>
          </a:p>
        </p:txBody>
      </p:sp>
      <p:sp>
        <p:nvSpPr>
          <p:cNvPr id="5" name="Freeform 4"/>
          <p:cNvSpPr/>
          <p:nvPr/>
        </p:nvSpPr>
        <p:spPr>
          <a:xfrm>
            <a:off x="1333500" y="2476500"/>
            <a:ext cx="3429000" cy="304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2500"/>
                </a:moveTo>
                <a:cubicBezTo>
                  <a:pt x="0" y="6250"/>
                  <a:pt x="5556" y="0"/>
                  <a:pt x="16667" y="0"/>
                </a:cubicBezTo>
                <a:lnTo>
                  <a:pt x="83333" y="0"/>
                </a:lnTo>
                <a:cubicBezTo>
                  <a:pt x="94444" y="0"/>
                  <a:pt x="100000" y="6250"/>
                  <a:pt x="100000" y="12500"/>
                </a:cubicBezTo>
                <a:lnTo>
                  <a:pt x="100000" y="87500"/>
                </a:lnTo>
                <a:cubicBezTo>
                  <a:pt x="100000" y="93750"/>
                  <a:pt x="94444" y="100000"/>
                  <a:pt x="83333" y="100000"/>
                </a:cubicBezTo>
                <a:lnTo>
                  <a:pt x="16667" y="100000"/>
                </a:lnTo>
                <a:cubicBezTo>
                  <a:pt x="5556" y="100000"/>
                  <a:pt x="0" y="93750"/>
                  <a:pt x="0" y="87500"/>
                </a:cubicBezTo>
                <a:close/>
              </a:path>
            </a:pathLst>
          </a:custGeom>
          <a:noFill/>
          <a:ln w="23812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1809750" y="2952750"/>
            <a:ext cx="2476500" cy="2095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9091"/>
                </a:moveTo>
                <a:cubicBezTo>
                  <a:pt x="0" y="4545"/>
                  <a:pt x="3846" y="0"/>
                  <a:pt x="11538" y="0"/>
                </a:cubicBezTo>
                <a:lnTo>
                  <a:pt x="88462" y="0"/>
                </a:lnTo>
                <a:cubicBezTo>
                  <a:pt x="96154" y="0"/>
                  <a:pt x="100000" y="4545"/>
                  <a:pt x="100000" y="9091"/>
                </a:cubicBezTo>
                <a:lnTo>
                  <a:pt x="100000" y="90909"/>
                </a:lnTo>
                <a:cubicBezTo>
                  <a:pt x="100000" y="95455"/>
                  <a:pt x="96154" y="100000"/>
                  <a:pt x="88462" y="100000"/>
                </a:cubicBezTo>
                <a:lnTo>
                  <a:pt x="11538" y="100000"/>
                </a:lnTo>
                <a:cubicBezTo>
                  <a:pt x="3846" y="100000"/>
                  <a:pt x="0" y="95455"/>
                  <a:pt x="0" y="90909"/>
                </a:cubicBezTo>
                <a:close/>
              </a:path>
            </a:pathLst>
          </a:custGeom>
          <a:noFill/>
          <a:ln w="14288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000375" y="3952875"/>
            <a:ext cx="95250" cy="95250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nector 7"/>
          <p:cNvCxnSpPr/>
          <p:nvPr/>
        </p:nvCxnSpPr>
        <p:spPr>
          <a:xfrm>
            <a:off x="3095625" y="4000500"/>
            <a:ext cx="1762125" cy="0"/>
          </a:xfrm>
          <a:prstGeom prst="line">
            <a:avLst/>
          </a:prstGeom>
          <a:ln w="9525">
            <a:solidFill>
              <a:srgbClr val="BF5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857750" y="3762375"/>
            <a:ext cx="238125" cy="238125"/>
          </a:xfrm>
          <a:prstGeom prst="line">
            <a:avLst/>
          </a:prstGeom>
          <a:ln w="9525">
            <a:solidFill>
              <a:srgbClr val="BF5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48095" y="6286500"/>
            <a:ext cx="4819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Sf Pro Display"/>
              </a:rPr>
              <a:t>13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BF5AF2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
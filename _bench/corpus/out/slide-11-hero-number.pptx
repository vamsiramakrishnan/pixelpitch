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SF Pro Display" panose="020B0604020202020204" charset="0"/>
      <p:regular r:id="rIdSlidifyFont1"/>
      <p:bold r:id="rIdSlidifyFont2"/>
    </p:embeddedFont>
    <p:embeddedFont>
      <p:font typeface="SF Mono" panose="020B0609040504020204" charset="0"/>
      <p:regular r:id="rIdSlidifyFont3"/>
      <p:bold r:id="rIdSlidifyFont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Relationship Id="rIdSlidifyFont4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609600"/>
            <a:ext cx="126384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84FF"/>
                </a:solidFill>
                <a:latin typeface="Sf Pro Display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619250"/>
            <a:ext cx="6424464" cy="26670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0" b="1" i="0" u="none">
                <a:solidFill>
                  <a:srgbClr val="FFFFFF"/>
                </a:solidFill>
                <a:latin typeface="Consolas"/>
              </a:rPr>
              <a:t>38.6</a:t>
            </a:r>
            <a:r>
              <a:rPr sz="18000" b="1" i="0" u="none">
                <a:solidFill>
                  <a:srgbClr val="0A84FF"/>
                </a:solidFill>
                <a:latin typeface="Consolas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886325"/>
            <a:ext cx="7061597" cy="60766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950" b="0" i="0" u="none">
                <a:solidFill>
                  <a:srgbClr val="FFFFFF"/>
                </a:solidFill>
                <a:latin typeface="Sf Pro Display"/>
              </a:rPr>
              <a:t xml:space="preserve">Active devices shipped </a:t>
            </a:r>
            <a:r>
              <a:rPr sz="1950" b="1" i="0" u="none">
                <a:solidFill>
                  <a:srgbClr val="FFFFFF"/>
                </a:solidFill>
                <a:latin typeface="Sf Pro Display"/>
              </a:rPr>
              <a:t>last quarter</a:t>
            </a:r>
            <a:r>
              <a:rPr sz="1950" b="0" i="0" u="none">
                <a:solidFill>
                  <a:srgbClr val="FFFFFF"/>
                </a:solidFill>
                <a:latin typeface="Sf Pro Display"/>
              </a:rPr>
              <a:t xml:space="preserve"> — the largest single-quarter run in the company's history.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286500"/>
            <a:ext cx="123467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Sf Pro Display"/>
              </a:rPr>
              <a:t>Q1 / Fiscal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899" y="6286500"/>
            <a:ext cx="47610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Sf Pro Display"/>
              </a:rPr>
              <a:t>11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A84FF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
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6366F1">
                  <a:alpha val="45000"/>
                </a:srgbClr>
              </a:gs>
              <a:gs pos="16667">
                <a:srgbClr val="6366F1">
                  <a:alpha val="37500"/>
                </a:srgbClr>
              </a:gs>
              <a:gs pos="33333">
                <a:srgbClr val="6366F1">
                  <a:alpha val="30000"/>
                </a:srgbClr>
              </a:gs>
              <a:gs pos="50000">
                <a:srgbClr val="6366F1">
                  <a:alpha val="22500"/>
                </a:srgbClr>
              </a:gs>
              <a:gs pos="66667">
                <a:srgbClr val="6366F1">
                  <a:alpha val="15000"/>
                </a:srgbClr>
              </a:gs>
              <a:gs pos="83333">
                <a:srgbClr val="6366F1">
                  <a:alpha val="7500"/>
                </a:srgbClr>
              </a:gs>
              <a:gs pos="100000">
                <a:srgbClr val="6366F1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7315200" y="-7505700"/>
            <a:ext cx="17068800" cy="17068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gradFill flip="none" rotWithShape="1">
            <a:gsLst>
              <a:gs pos="0">
                <a:srgbClr val="A855F7">
                  <a:alpha val="45000"/>
                </a:srgbClr>
              </a:gs>
              <a:gs pos="16667">
                <a:srgbClr val="A855F7">
                  <a:alpha val="37500"/>
                </a:srgbClr>
              </a:gs>
              <a:gs pos="33333">
                <a:srgbClr val="A855F7">
                  <a:alpha val="30000"/>
                </a:srgbClr>
              </a:gs>
              <a:gs pos="50000">
                <a:srgbClr val="A855F7">
                  <a:alpha val="22500"/>
                </a:srgbClr>
              </a:gs>
              <a:gs pos="66667">
                <a:srgbClr val="A855F7">
                  <a:alpha val="15000"/>
                </a:srgbClr>
              </a:gs>
              <a:gs pos="83333">
                <a:srgbClr val="A855F7">
                  <a:alpha val="7500"/>
                </a:srgbClr>
              </a:gs>
              <a:gs pos="100000">
                <a:srgbClr val="A85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2438400" y="-7505700"/>
            <a:ext cx="17068800" cy="17068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gradFill flip="none" rotWithShape="1">
            <a:gsLst>
              <a:gs pos="0">
                <a:srgbClr val="EC4899">
                  <a:alpha val="45000"/>
                </a:srgbClr>
              </a:gs>
              <a:gs pos="16667">
                <a:srgbClr val="EC4899">
                  <a:alpha val="37500"/>
                </a:srgbClr>
              </a:gs>
              <a:gs pos="33333">
                <a:srgbClr val="EC4899">
                  <a:alpha val="30000"/>
                </a:srgbClr>
              </a:gs>
              <a:gs pos="50000">
                <a:srgbClr val="EC4899">
                  <a:alpha val="22500"/>
                </a:srgbClr>
              </a:gs>
              <a:gs pos="66667">
                <a:srgbClr val="EC4899">
                  <a:alpha val="15000"/>
                </a:srgbClr>
              </a:gs>
              <a:gs pos="83333">
                <a:srgbClr val="EC4899">
                  <a:alpha val="7500"/>
                </a:srgbClr>
              </a:gs>
              <a:gs pos="100000">
                <a:srgbClr val="EC4899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7315200" y="-2705100"/>
            <a:ext cx="17068800" cy="17068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gradFill flip="none" rotWithShape="1">
            <a:gsLst>
              <a:gs pos="0">
                <a:srgbClr val="F59E0B">
                  <a:alpha val="45000"/>
                </a:srgbClr>
              </a:gs>
              <a:gs pos="16667">
                <a:srgbClr val="F59E0B">
                  <a:alpha val="37500"/>
                </a:srgbClr>
              </a:gs>
              <a:gs pos="33333">
                <a:srgbClr val="F59E0B">
                  <a:alpha val="30000"/>
                </a:srgbClr>
              </a:gs>
              <a:gs pos="50000">
                <a:srgbClr val="F59E0B">
                  <a:alpha val="22500"/>
                </a:srgbClr>
              </a:gs>
              <a:gs pos="66667">
                <a:srgbClr val="F59E0B">
                  <a:alpha val="15000"/>
                </a:srgbClr>
              </a:gs>
              <a:gs pos="83333">
                <a:srgbClr val="F59E0B">
                  <a:alpha val="7500"/>
                </a:srgbClr>
              </a:gs>
              <a:gs pos="100000">
                <a:srgbClr val="F59E0B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2438400" y="-2705100"/>
            <a:ext cx="17068800" cy="17068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gradFill flip="none" rotWithShape="1">
            <a:gsLst>
              <a:gs pos="0">
                <a:srgbClr val="2A1A5E"/>
              </a:gs>
              <a:gs pos="22000">
                <a:srgbClr val="1E1B4B"/>
              </a:gs>
              <a:gs pos="45000">
                <a:srgbClr val="14102E"/>
              </a:gs>
              <a:gs pos="70000">
                <a:srgbClr val="0A0820"/>
              </a:gs>
              <a:gs pos="90000">
                <a:srgbClr val="050510"/>
              </a:gs>
              <a:gs pos="100000">
                <a:srgbClr val="050510"/>
              </a:gs>
            </a:gsLst>
            <a:path path="circle">
              <a:fillToRect l="50000" t="50000" r="50000" b="5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gradFill flip="none" rotWithShape="1">
            <a:gsLst>
              <a:gs pos="0">
                <a:srgbClr val="C084FC">
                  <a:alpha val="40000"/>
                </a:srgbClr>
              </a:gs>
              <a:gs pos="38000">
                <a:srgbClr val="6366F1">
                  <a:alpha val="22000"/>
                </a:srgbClr>
              </a:gs>
              <a:gs pos="60000">
                <a:srgbClr val="06B6D4">
                  <a:alpha val="10000"/>
                </a:srgbClr>
              </a:gs>
              <a:gs pos="78000">
                <a:srgbClr val="06B6D4">
                  <a:alpha val="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1809750" y="-2095500"/>
            <a:ext cx="8572500" cy="4953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gradFill flip="none" rotWithShape="1">
            <a:gsLst>
              <a:gs pos="0">
                <a:srgbClr val="EC4899">
                  <a:alpha val="28000"/>
                </a:srgbClr>
              </a:gs>
              <a:gs pos="40000">
                <a:srgbClr val="C084FC">
                  <a:alpha val="16000"/>
                </a:srgbClr>
              </a:gs>
              <a:gs pos="72000">
                <a:srgbClr val="C084FC">
                  <a:alpha val="0"/>
                </a:srgbClr>
              </a:gs>
              <a:gs pos="100000">
                <a:srgbClr val="C084FC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1714500" y="4762500"/>
            <a:ext cx="8763000" cy="40005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Freeform 11"/>
          <p:cNvSpPr/>
          <p:nvPr/>
        </p:nvSpPr>
        <p:spPr>
          <a:xfrm>
            <a:off x="762000" y="5143500"/>
            <a:ext cx="10668000" cy="571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26786" y="0"/>
                  <a:pt x="71429" y="0"/>
                  <a:pt x="100000" y="100000"/>
                </a:cubicBez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571500" y="5524500"/>
            <a:ext cx="11049000" cy="571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27586" y="0"/>
                  <a:pt x="72414" y="0"/>
                  <a:pt x="100000" y="100000"/>
                </a:cubicBez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952500" y="4762500"/>
            <a:ext cx="10287000" cy="571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25926" y="0"/>
                  <a:pt x="72222" y="0"/>
                  <a:pt x="100000" y="100000"/>
                </a:cubicBez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892725" y="990600"/>
            <a:ext cx="2530376" cy="142875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D4D4D8"/>
                </a:solidFill>
                <a:latin typeface="Inter"/>
              </a:rPr>
              <a:t>READY WHEN YOU ARE</a:t>
            </a:r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  ·  v4.7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626" y="1524000"/>
            <a:ext cx="11512748" cy="210309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800" b="1" i="0" u="none">
                <a:solidFill>
                  <a:srgbClr val="F5F5F7"/>
                </a:solidFill>
                <a:latin typeface="Inter"/>
              </a:rPr>
              <a:t>Ship the future,</a:t>
            </a:r>
          </a:p>
          <a:p>
            <a:pPr algn="ctr"/>
            <a:r>
              <a:rPr sz="7800" b="1" i="0" u="none">
                <a:gradFill rotWithShape="1">
                  <a:gsLst>
                    <a:gs pos="0">
                      <a:srgbClr val="818CF8"/>
                    </a:gs>
                    <a:gs pos="22000">
                      <a:srgbClr val="A78BFA"/>
                    </a:gs>
                    <a:gs pos="48000">
                      <a:srgbClr val="C084FC"/>
                    </a:gs>
                    <a:gs pos="72000">
                      <a:srgbClr val="F472B6"/>
                    </a:gs>
                    <a:gs pos="100000">
                      <a:srgbClr val="EC4899"/>
                    </a:gs>
                  </a:gsLst>
                  <a:lin ang="1200000" scaled="0"/>
                </a:gradFill>
                <a:latin typeface="Inter"/>
              </a:rPr>
              <a:t>faster than yesterday.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0102" y="3667125"/>
            <a:ext cx="4851648" cy="4899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25" b="0" i="0" u="none">
                <a:solidFill>
                  <a:srgbClr val="A1A1AA"/>
                </a:solidFill>
                <a:latin typeface="Inter"/>
              </a:rPr>
              <a:t xml:space="preserve">Spin up your first deployment in </a:t>
            </a:r>
            <a:r>
              <a:rPr sz="1425" b="1" i="0" u="none">
                <a:solidFill>
                  <a:srgbClr val="E4E4E7"/>
                </a:solidFill>
                <a:latin typeface="Inter"/>
              </a:rPr>
              <a:t>under 90 seconds.</a:t>
            </a:r>
          </a:p>
          <a:p>
            <a:pPr algn="ctr"/>
            <a:r>
              <a:rPr sz="1425" b="0" i="0" u="none">
                <a:solidFill>
                  <a:srgbClr val="A1A1AA"/>
                </a:solidFill>
                <a:latin typeface="Inter"/>
              </a:rPr>
              <a:t>30-day free trial · no credit card · cancel anytime.</a:t>
            </a:r>
          </a:p>
        </p:txBody>
      </p:sp>
      <p:sp>
        <p:nvSpPr>
          <p:cNvPr id="18" name="TextBox 17"/>
          <p:cNvSpPr txBox="1"/>
          <p:nvPr/>
        </p:nvSpPr>
        <p:spPr>
          <a:gradFill flip="none" rotWithShape="1">
            <a:gsLst>
              <a:gs pos="0">
                <a:srgbClr val="FFFFFF"/>
              </a:gs>
              <a:gs pos="16667">
                <a:srgbClr val="FBFAFB"/>
              </a:gs>
              <a:gs pos="33333">
                <a:srgbClr val="F7F6F6"/>
              </a:gs>
              <a:gs pos="50000">
                <a:srgbClr val="F2F1F2"/>
              </a:gs>
              <a:gs pos="66667">
                <a:srgbClr val="EEEDEF"/>
              </a:gs>
              <a:gs pos="83333">
                <a:srgbClr val="E9E8EB"/>
              </a:gs>
              <a:gs pos="100000">
                <a:srgbClr val="E4E4E7"/>
              </a:gs>
            </a:gsLst>
            <a:lin ang="5400000" scaled="0"/>
          </a:gradFill>
          <a:xfrm>
            <a:off x="4342805" y="4591050"/>
            <a:ext cx="1033462" cy="180975"/>
          </a:xfrm>
          <a:prstGeom prst="rect">
            <a:avLst/>
          </a:prstGeom>
          <a:effectLst>
            <a:outerShdw blurRad="419100" dist="152400" dir="5400000" algn="ctr" rotWithShape="0">
              <a:srgbClr val="FFFFFF">
                <a:alpha val="22000"/>
              </a:srgbClr>
            </a:outerShdw>
            <a:outerShdw blurRad="76200" dist="38100" dir="5400000" algn="ctr" rotWithShape="0">
              <a:srgbClr val="000000">
                <a:alpha val="30000"/>
              </a:srgbClr>
            </a:outerShdw>
            <a:innerShdw blurRad="0" dist="9525" dir="16200000">
              <a:srgbClr val="000000">
                <a:alpha val="10000"/>
              </a:srgbClr>
            </a:innerShdw>
            <a:innerShdw blurRad="0" dist="9525" dir="5400000">
              <a:srgbClr val="FFFFFF">
                <a:alpha val="80000"/>
              </a:srgbClr>
            </a:innerShdw>
          </a:effectLst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09090B"/>
                </a:solidFill>
                <a:latin typeface="Inter"/>
              </a:rPr>
              <a:t>Start free</a:t>
            </a:r>
            <a:r>
              <a:rPr sz="1050" b="1" i="0" u="none">
                <a:solidFill>
                  <a:srgbClr val="09090B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gradFill flip="none" rotWithShape="1">
            <a:gsLst>
              <a:gs pos="0">
                <a:srgbClr val="818CF8"/>
              </a:gs>
              <a:gs pos="8333">
                <a:srgbClr val="8C8BFB"/>
              </a:gs>
              <a:gs pos="16667">
                <a:srgbClr val="978AFC"/>
              </a:gs>
              <a:gs pos="25000">
                <a:srgbClr val="A188FD"/>
              </a:gs>
              <a:gs pos="33333">
                <a:srgbClr val="AC87FE"/>
              </a:gs>
              <a:gs pos="41667">
                <a:srgbClr val="B685FD"/>
              </a:gs>
              <a:gs pos="50000">
                <a:srgbClr val="C084FC"/>
              </a:gs>
              <a:gs pos="58333">
                <a:srgbClr val="CA7AF1"/>
              </a:gs>
              <a:gs pos="66667">
                <a:srgbClr val="D370E3"/>
              </a:gs>
              <a:gs pos="75000">
                <a:srgbClr val="DB66D3"/>
              </a:gs>
              <a:gs pos="83333">
                <a:srgbClr val="E25CC2"/>
              </a:gs>
              <a:gs pos="91667">
                <a:srgbClr val="E752AE"/>
              </a:gs>
              <a:gs pos="100000">
                <a:srgbClr val="EC4899"/>
              </a:gs>
            </a:gsLst>
            <a:lin ang="1200000" scaled="0"/>
          </a:gradFill>
          <a:xfrm>
            <a:off x="6004917" y="4591050"/>
            <a:ext cx="1844278" cy="180975"/>
          </a:xfrm>
          <a:prstGeom prst="rect">
            <a:avLst/>
          </a:prstGeom>
          <a:effectLst>
            <a:outerShdw blurRad="381000" dist="152400" dir="5400000" algn="ctr" rotWithShape="0">
              <a:srgbClr val="C084FC">
                <a:alpha val="40000"/>
              </a:srgbClr>
            </a:outerShdw>
            <a:outerShdw blurRad="95250" dist="38100" dir="5400000" algn="ctr" rotWithShape="0">
              <a:srgbClr val="EC4899">
                <a:alpha val="30000"/>
              </a:srgbClr>
            </a:outerShdw>
            <a:innerShdw blurRad="0" dist="9525" dir="16200000">
              <a:srgbClr val="000000">
                <a:alpha val="20000"/>
              </a:srgbClr>
            </a:innerShdw>
            <a:innerShdw blurRad="0" dist="9525" dir="5400000">
              <a:srgbClr val="FFFFFF">
                <a:alpha val="40000"/>
              </a:srgbClr>
            </a:innerShdw>
          </a:effectLst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0A0820"/>
                </a:solidFill>
                <a:latin typeface="Inter"/>
              </a:rPr>
              <a:t>Talk to an engineer</a:t>
            </a:r>
            <a:r>
              <a:rPr sz="1050" b="1" i="0" u="none">
                <a:solidFill>
                  <a:srgbClr val="0A0820"/>
                </a:solidFill>
                <a:latin typeface="Inter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49155" y="5286375"/>
            <a:ext cx="28575" cy="28575"/>
          </a:xfrm>
          <a:prstGeom prst="round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6262688" y="5286375"/>
            <a:ext cx="28575" cy="28575"/>
          </a:xfrm>
          <a:prstGeom prst="round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7322641" y="5286375"/>
            <a:ext cx="28575" cy="28575"/>
          </a:xfrm>
          <a:prstGeom prst="round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680073" y="5981700"/>
            <a:ext cx="673075" cy="266700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NOTION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9539" y="5981700"/>
            <a:ext cx="641486" cy="266700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LINEAR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8525" y="5981700"/>
            <a:ext cx="558831" cy="266700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RAMP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8447" y="5981700"/>
            <a:ext cx="685967" cy="266700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VERCEL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1096" y="5981700"/>
            <a:ext cx="723919" cy="266700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CURSOR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6632" y="6048375"/>
            <a:ext cx="921209" cy="133350"/>
          </a:xfrm>
          <a:prstGeom prst="rect">
            <a:avLst/>
          </a:prstGeom>
          <a:solidFill>
            <a:srgbClr val="A3E635">
              <a:alpha val="10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3E635"/>
                </a:solidFill>
                <a:latin typeface="Inter"/>
              </a:rPr>
              <a:t>14,200 teams</a:t>
            </a:r>
          </a:p>
        </p:txBody>
      </p:sp>
      <p:sp>
        <p:nvSpPr>
          <p:cNvPr id="29" name="Rounded Rectangle 28"/>
          <p:cNvSpPr/>
          <p:nvPr/>
        </p:nvSpPr>
        <p:spPr>
          <a:gradFill flip="none" rotWithShape="1">
            <a:gsLst>
              <a:gs pos="0">
                <a:srgbClr val="818CF8"/>
              </a:gs>
              <a:gs pos="8333">
                <a:srgbClr val="8C8BFB"/>
              </a:gs>
              <a:gs pos="16667">
                <a:srgbClr val="978AFC"/>
              </a:gs>
              <a:gs pos="25000">
                <a:srgbClr val="A188FD"/>
              </a:gs>
              <a:gs pos="33333">
                <a:srgbClr val="AC87FE"/>
              </a:gs>
              <a:gs pos="41667">
                <a:srgbClr val="B685FD"/>
              </a:gs>
              <a:gs pos="50000">
                <a:srgbClr val="C084FC"/>
              </a:gs>
              <a:gs pos="58333">
                <a:srgbClr val="CA7AF1"/>
              </a:gs>
              <a:gs pos="66667">
                <a:srgbClr val="D370E3"/>
              </a:gs>
              <a:gs pos="75000">
                <a:srgbClr val="DB66D3"/>
              </a:gs>
              <a:gs pos="83333">
                <a:srgbClr val="E25CC2"/>
              </a:gs>
              <a:gs pos="91667">
                <a:srgbClr val="E752AE"/>
              </a:gs>
              <a:gs pos="100000">
                <a:srgbClr val="EC4899"/>
              </a:gs>
            </a:gsLst>
            <a:lin ang="2700000" scaled="0"/>
          </a:gradFill>
          <a:xfrm>
            <a:off x="609600" y="6457950"/>
            <a:ext cx="171450" cy="171450"/>
          </a:xfrm>
          <a:prstGeom prst="roundRect">
            <a:avLst/>
          </a:prstGeom>
          <a:ln>
            <a:noFill/>
          </a:ln>
          <a:effectLst>
            <a:outerShdw blurRad="114300" dist="38100" dir="5400000" algn="ctr" rotWithShape="0">
              <a:srgbClr val="C084FC">
                <a:alpha val="45000"/>
              </a:srgbClr>
            </a:outerShdw>
            <a:innerShdw blurRad="0" dist="9525" dir="5400000">
              <a:srgbClr val="FFFFFF">
                <a:alpha val="40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0506968" y="6557962"/>
            <a:ext cx="228600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5F5F7"/>
      </a:accent1>
      <a:accent2>
        <a:srgbClr val="A1A1AA"/>
      </a:accent2>
      <a:accent3>
        <a:srgbClr val="71717A"/>
      </a:accent3>
      <a:accent4>
        <a:srgbClr val="C084FC"/>
      </a:accent4>
      <a:accent5>
        <a:srgbClr val="EC4899"/>
      </a:accent5>
      <a:accent6>
        <a:srgbClr val="05051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
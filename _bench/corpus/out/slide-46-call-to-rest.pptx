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7239000" y="1524000"/>
            <a:ext cx="4191000" cy="4191000"/>
          </a:xfrm>
          <a:prstGeom prst="ellipse">
            <a:avLst/>
          </a:prstGeom>
          <a:solidFill>
            <a:srgbClr val="F7B2A2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7620000" y="1905000"/>
            <a:ext cx="3714750" cy="34099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46154" y="0"/>
                </a:moveTo>
                <a:cubicBezTo>
                  <a:pt x="79487" y="0"/>
                  <a:pt x="100000" y="26816"/>
                  <a:pt x="97436" y="51397"/>
                </a:cubicBezTo>
                <a:cubicBezTo>
                  <a:pt x="94872" y="75978"/>
                  <a:pt x="71795" y="100000"/>
                  <a:pt x="46154" y="98324"/>
                </a:cubicBezTo>
                <a:cubicBezTo>
                  <a:pt x="20513" y="96648"/>
                  <a:pt x="0" y="75419"/>
                  <a:pt x="513" y="50279"/>
                </a:cubicBezTo>
                <a:cubicBezTo>
                  <a:pt x="1026" y="25140"/>
                  <a:pt x="17436" y="0"/>
                  <a:pt x="46154" y="0"/>
                </a:cubicBezTo>
                <a:close/>
              </a:path>
            </a:pathLst>
          </a:custGeom>
          <a:noFill/>
          <a:ln w="13335">
            <a:solidFill>
              <a:srgbClr val="E76F51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0" y="571500"/>
            <a:ext cx="2095500" cy="18669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7273" y="10204"/>
                </a:moveTo>
                <a:cubicBezTo>
                  <a:pt x="59091" y="0"/>
                  <a:pt x="90909" y="20408"/>
                  <a:pt x="95455" y="51020"/>
                </a:cubicBezTo>
                <a:cubicBezTo>
                  <a:pt x="100000" y="81633"/>
                  <a:pt x="72727" y="100000"/>
                  <a:pt x="45455" y="94898"/>
                </a:cubicBezTo>
                <a:cubicBezTo>
                  <a:pt x="18182" y="89796"/>
                  <a:pt x="0" y="69388"/>
                  <a:pt x="3636" y="42857"/>
                </a:cubicBezTo>
                <a:cubicBezTo>
                  <a:pt x="6364" y="25510"/>
                  <a:pt x="13636" y="14286"/>
                  <a:pt x="27273" y="10204"/>
                </a:cubicBezTo>
                <a:close/>
              </a:path>
            </a:pathLst>
          </a:custGeom>
          <a:solidFill>
            <a:srgbClr val="A78BFA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000250" y="4857750"/>
            <a:ext cx="190500" cy="190500"/>
          </a:xfrm>
          <a:prstGeom prst="ellipse">
            <a:avLst/>
          </a:prstGeom>
          <a:solidFill>
            <a:srgbClr val="2A9D8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105650" y="5810250"/>
            <a:ext cx="266700" cy="266700"/>
          </a:xfrm>
          <a:prstGeom prst="ellipse">
            <a:avLst/>
          </a:prstGeom>
          <a:solidFill>
            <a:srgbClr val="E9C46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049000" y="5905500"/>
            <a:ext cx="381000" cy="381000"/>
          </a:xfrm>
          <a:prstGeom prst="ellipse">
            <a:avLst/>
          </a:prstGeom>
          <a:solidFill>
            <a:srgbClr val="9C89B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1371600" y="3943350"/>
            <a:ext cx="3009900" cy="1524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cubicBezTo>
                  <a:pt x="30380" y="0"/>
                  <a:pt x="68354" y="100000"/>
                  <a:pt x="100000" y="25000"/>
                </a:cubicBezTo>
              </a:path>
            </a:pathLst>
          </a:custGeom>
          <a:noFill/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333500" y="5600700"/>
            <a:ext cx="3810000" cy="2286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cubicBezTo>
                  <a:pt x="15000" y="16667"/>
                  <a:pt x="30000" y="100000"/>
                  <a:pt x="50000" y="50000"/>
                </a:cubicBezTo>
                <a:cubicBezTo>
                  <a:pt x="70000" y="0"/>
                  <a:pt x="85000" y="100000"/>
                  <a:pt x="100000" y="50000"/>
                </a:cubicBezTo>
              </a:path>
            </a:pathLst>
          </a:custGeom>
          <a:noFill/>
          <a:ln w="11430">
            <a:solidFill>
              <a:srgbClr val="264653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2895600" y="4362450"/>
            <a:ext cx="95250" cy="762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100000" y="50000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2D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9144000" y="3238500"/>
            <a:ext cx="800100" cy="762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9524" y="0"/>
                </a:moveTo>
                <a:cubicBezTo>
                  <a:pt x="23810" y="0"/>
                  <a:pt x="0" y="40000"/>
                  <a:pt x="23810" y="70000"/>
                </a:cubicBezTo>
                <a:cubicBezTo>
                  <a:pt x="47619" y="100000"/>
                  <a:pt x="95238" y="90000"/>
                  <a:pt x="100000" y="50000"/>
                </a:cubicBezTo>
                <a:cubicBezTo>
                  <a:pt x="69048" y="55000"/>
                  <a:pt x="52381" y="32500"/>
                  <a:pt x="59524" y="0"/>
                </a:cubicBezTo>
                <a:close/>
              </a:path>
            </a:pathLst>
          </a:custGeom>
          <a:solidFill>
            <a:srgbClr val="FEF6E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333500" y="1028700"/>
            <a:ext cx="2422773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2A9D8F"/>
                </a:solidFill>
                <a:latin typeface="Inter"/>
              </a:rPr>
              <a:t>When you're ready — and not 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3256359"/>
            <a:ext cx="6426994" cy="133454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2D1F1F"/>
                </a:solidFill>
                <a:latin typeface="Source Serif Pro"/>
              </a:rPr>
              <a:t xml:space="preserve">Take the </a:t>
            </a:r>
            <a:r>
              <a:rPr sz="4800" b="0" i="1" u="none">
                <a:solidFill>
                  <a:srgbClr val="E76F51"/>
                </a:solidFill>
                <a:latin typeface="Source Serif Pro"/>
              </a:rPr>
              <a:t>first slow breath</a:t>
            </a:r>
            <a:r>
              <a:rPr sz="4800" b="1" i="0" u="none">
                <a:solidFill>
                  <a:srgbClr val="2D1F1F"/>
                </a:solidFill>
                <a:latin typeface="Source Serif Pro"/>
              </a:rPr>
              <a:t>, then begin.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500" y="4305300"/>
            <a:ext cx="139496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2D1F1F"/>
                </a:solidFill>
                <a:latin typeface="Inter"/>
              </a:rPr>
              <a:t>Start the season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D1F1F"/>
      </a:accent1>
      <a:accent2>
        <a:srgbClr val="A89888"/>
      </a:accent2>
      <a:accent3>
        <a:srgbClr val="FEF6E8"/>
      </a:accent3>
      <a:accent4>
        <a:srgbClr val="2A9D8F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
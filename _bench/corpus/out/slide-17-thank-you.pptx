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23797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30D158"/>
                </a:solidFill>
                <a:latin typeface="Sf Pro Display"/>
              </a:rPr>
              <a:t>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15655"/>
            <a:ext cx="8363992" cy="157728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FFFFFF"/>
                </a:solidFill>
                <a:latin typeface="Sf Pro Display"/>
              </a:rPr>
              <a:t>Thank 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53700" y="3733800"/>
            <a:ext cx="228600" cy="228600"/>
          </a:xfrm>
          <a:prstGeom prst="round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4895850"/>
            <a:ext cx="3376166" cy="2571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Sf Pro Display"/>
              </a:rPr>
              <a:t xml:space="preserve">Available everywhere on </a:t>
            </a:r>
            <a:r>
              <a:rPr sz="1800" b="1" i="0" u="none">
                <a:solidFill>
                  <a:srgbClr val="FFFFFF"/>
                </a:solidFill>
                <a:latin typeface="Sf Pro Display"/>
              </a:rPr>
              <a:t>May 14</a:t>
            </a:r>
            <a:r>
              <a:rPr sz="1800" b="0" i="0" u="none">
                <a:solidFill>
                  <a:srgbClr val="FFFFFF"/>
                </a:solidFill>
                <a:latin typeface="Sf Pro Display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286500"/>
            <a:ext cx="18174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Keynote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Sf Pro Display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D15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
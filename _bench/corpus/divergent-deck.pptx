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838450"/>
            <a:ext cx="215354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15543" y="2838450"/>
            <a:ext cx="163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close/>
                <a:lnTo>
                  <a:pt x="1181100" y="1885950"/>
                </a:lnTo>
                <a:close/>
                <a:lnTo>
                  <a:pt x="1771650" y="1790700"/>
                </a:lnTo>
                <a:close/>
                <a:lnTo>
                  <a:pt x="2362200" y="1714500"/>
                </a:lnTo>
                <a:close/>
                <a:lnTo>
                  <a:pt x="2952750" y="1543050"/>
                </a:lnTo>
                <a:close/>
                <a:lnTo>
                  <a:pt x="3543300" y="1371600"/>
                </a:lnTo>
                <a:close/>
                <a:lnTo>
                  <a:pt x="4133850" y="1181100"/>
                </a:lnTo>
                <a:close/>
                <a:lnTo>
                  <a:pt x="4724400" y="1009650"/>
                </a:lnTo>
                <a:close/>
                <a:lnTo>
                  <a:pt x="5314950" y="800100"/>
                </a:lnTo>
                <a:close/>
                <a:lnTo>
                  <a:pt x="5905500" y="438150"/>
                </a:lnTo>
                <a:close/>
                <a:lnTo>
                  <a:pt x="6496050" y="17145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close/>
                <a:lnTo>
                  <a:pt x="1181100" y="2038350"/>
                </a:lnTo>
                <a:close/>
                <a:lnTo>
                  <a:pt x="1771650" y="1962150"/>
                </a:lnTo>
                <a:close/>
                <a:lnTo>
                  <a:pt x="2362200" y="1847850"/>
                </a:lnTo>
                <a:close/>
                <a:lnTo>
                  <a:pt x="2952750" y="1733550"/>
                </a:lnTo>
                <a:close/>
                <a:lnTo>
                  <a:pt x="3543300" y="1600200"/>
                </a:lnTo>
                <a:close/>
                <a:lnTo>
                  <a:pt x="4133850" y="1447800"/>
                </a:lnTo>
                <a:close/>
                <a:lnTo>
                  <a:pt x="4724400" y="1276350"/>
                </a:lnTo>
                <a:close/>
                <a:lnTo>
                  <a:pt x="5314950" y="1066800"/>
                </a:lnTo>
                <a:close/>
                <a:lnTo>
                  <a:pt x="5905500" y="666750"/>
                </a:lnTo>
                <a:close/>
                <a:lnTo>
                  <a:pt x="6496050" y="304800"/>
                </a:lnTo>
                <a:close/>
                <a:lnTo>
                  <a:pt x="7086600" y="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83940"/>
            <a:ext cx="10287000" cy="501848"/>
          </a:xfrm>
          <a:prstGeom prst="rect">
            <a:avLst/>
          </a:prstGeom>
          <a:noFill/>
        </p:spPr>
        <p:txBody>
          <a:bodyPr wrap="square" lIns="0" rIns="0" tIns="0" bIns="0">
            <a:normAutofit fontScale="78303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290614"/>
            <a:ext cx="5143500" cy="6096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33400" y="579581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5100" y="2290614"/>
            <a:ext cx="5143500" cy="6191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close/>
                <a:lnTo>
                  <a:pt x="838200" y="1181100"/>
                </a:lnTo>
                <a:close/>
                <a:lnTo>
                  <a:pt x="1257300" y="990600"/>
                </a:lnTo>
                <a:close/>
                <a:lnTo>
                  <a:pt x="1676400" y="781050"/>
                </a:lnTo>
                <a:close/>
                <a:lnTo>
                  <a:pt x="2095500" y="1085850"/>
                </a:lnTo>
                <a:close/>
                <a:lnTo>
                  <a:pt x="2514600" y="971550"/>
                </a:lnTo>
                <a:close/>
                <a:lnTo>
                  <a:pt x="2933700" y="0"/>
                </a:lnTo>
                <a:close/>
                <a:lnTo>
                  <a:pt x="3352800" y="323850"/>
                </a:lnTo>
                <a:close/>
                <a:lnTo>
                  <a:pt x="3771900" y="1085850"/>
                </a:lnTo>
                <a:close/>
                <a:lnTo>
                  <a:pt x="4191000" y="933450"/>
                </a:lnTo>
                <a:close/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 41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15100" y="5805339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44798"/>
            <a:ext cx="93345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7235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850529"/>
            <a:ext cx="15232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close/>
                <a:lnTo>
                  <a:pt x="1104900" y="742950"/>
                </a:lnTo>
                <a:close/>
                <a:lnTo>
                  <a:pt x="1657350" y="400050"/>
                </a:lnTo>
                <a:close/>
                <a:lnTo>
                  <a:pt x="2209800" y="114300"/>
                </a:lnTo>
                <a:close/>
                <a:lnTo>
                  <a:pt x="2762250" y="0"/>
                </a:lnTo>
                <a:close/>
                <a:lnTo>
                  <a:pt x="3333750" y="5715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15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close/>
                <a:lnTo>
                  <a:pt x="1104900" y="438150"/>
                </a:lnTo>
                <a:close/>
                <a:lnTo>
                  <a:pt x="1657350" y="1905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3648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close/>
                <a:lnTo>
                  <a:pt x="1104900" y="361950"/>
                </a:lnTo>
                <a:close/>
                <a:lnTo>
                  <a:pt x="1657350" y="0"/>
                </a:lnTo>
                <a:close/>
                <a:lnTo>
                  <a:pt x="2209800" y="114300"/>
                </a:lnTo>
                <a:close/>
                <a:lnTo>
                  <a:pt x="2762250" y="209550"/>
                </a:lnTo>
                <a:close/>
                <a:lnTo>
                  <a:pt x="3333750" y="26670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34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close/>
                <a:lnTo>
                  <a:pt x="1104900" y="190500"/>
                </a:lnTo>
                <a:close/>
                <a:lnTo>
                  <a:pt x="1657350" y="95250"/>
                </a:lnTo>
                <a:close/>
                <a:lnTo>
                  <a:pt x="2209800" y="38100"/>
                </a:lnTo>
                <a:close/>
                <a:lnTo>
                  <a:pt x="2762250" y="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15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close/>
                <a:lnTo>
                  <a:pt x="1104900" y="152400"/>
                </a:lnTo>
                <a:close/>
                <a:lnTo>
                  <a:pt x="1657350" y="9525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4612779"/>
            <a:ext cx="3619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Freeform 56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close/>
                <a:lnTo>
                  <a:pt x="1104900" y="171450"/>
                </a:lnTo>
                <a:close/>
                <a:lnTo>
                  <a:pt x="1657350" y="114300"/>
                </a:lnTo>
                <a:close/>
                <a:lnTo>
                  <a:pt x="2209800" y="57150"/>
                </a:lnTo>
                <a:close/>
                <a:lnTo>
                  <a:pt x="2762250" y="19050"/>
                </a:lnTo>
                <a:close/>
                <a:lnTo>
                  <a:pt x="3333750" y="0"/>
                </a:lnTo>
                <a:close/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69591"/>
            <a:ext cx="6858000" cy="796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18966"/>
            <a:ext cx="6858000" cy="9144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close/>
                <a:lnTo>
                  <a:pt x="762000" y="114300"/>
                </a:lnTo>
                <a:close/>
                <a:lnTo>
                  <a:pt x="1143000" y="228600"/>
                </a:lnTo>
                <a:close/>
                <a:lnTo>
                  <a:pt x="1524000" y="361950"/>
                </a:lnTo>
                <a:close/>
                <a:lnTo>
                  <a:pt x="1905000" y="476250"/>
                </a:lnTo>
                <a:close/>
                <a:lnTo>
                  <a:pt x="2286000" y="552450"/>
                </a:lnTo>
                <a:close/>
                <a:lnTo>
                  <a:pt x="2667000" y="628650"/>
                </a:lnTo>
                <a:close/>
                <a:lnTo>
                  <a:pt x="3048000" y="685800"/>
                </a:lnTo>
                <a:close/>
                <a:lnTo>
                  <a:pt x="3429000" y="742950"/>
                </a:lnTo>
                <a:close/>
                <a:lnTo>
                  <a:pt x="3810000" y="800100"/>
                </a:lnTo>
                <a:close/>
                <a:lnTo>
                  <a:pt x="4191000" y="876300"/>
                </a:lnTo>
                <a:close/>
                <a:lnTo>
                  <a:pt x="4572000" y="933450"/>
                </a:lnTo>
                <a:close/>
                <a:lnTo>
                  <a:pt x="4953000" y="990600"/>
                </a:lnTo>
                <a:close/>
                <a:lnTo>
                  <a:pt x="5334000" y="1047750"/>
                </a:lnTo>
                <a:close/>
                <a:lnTo>
                  <a:pt x="5715000" y="1085850"/>
                </a:lnTo>
                <a:close/>
                <a:lnTo>
                  <a:pt x="6096000" y="1123950"/>
                </a:lnTo>
                <a:close/>
                <a:lnTo>
                  <a:pt x="6381750" y="1143000"/>
                </a:lnTo>
                <a:close/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65697"/>
            <a:ext cx="72390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828627"/>
            <a:ext cx="7239000" cy="36195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723305" y="3028652"/>
            <a:ext cx="1544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0235" y="3028652"/>
            <a:ext cx="164288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0357" y="3638252"/>
            <a:ext cx="17948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67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5510" y="3638252"/>
            <a:ext cx="16758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37" y="3638252"/>
            <a:ext cx="1560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7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9724" y="36382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8969" y="3638252"/>
            <a:ext cx="13826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19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7184" y="36382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21798" y="36382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3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14" y="4247852"/>
            <a:ext cx="14957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651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0598" y="4247852"/>
            <a:ext cx="15820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1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6580" y="4247852"/>
            <a:ext cx="1854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8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6718" y="4247852"/>
            <a:ext cx="1448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044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7751" y="4247852"/>
            <a:ext cx="15909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2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8141" y="42478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944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5881" y="4247852"/>
            <a:ext cx="14123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2356" y="4247852"/>
            <a:ext cx="14748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0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602" y="4857452"/>
            <a:ext cx="15299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6328" y="4857452"/>
            <a:ext cx="1467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5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40123" y="4857452"/>
            <a:ext cx="15835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9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CO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7090" y="4857452"/>
            <a:ext cx="14653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52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49278" y="4857452"/>
            <a:ext cx="17844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1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2123" y="4857452"/>
            <a:ext cx="15195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3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3789" y="4857452"/>
            <a:ext cx="18782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WV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3184" y="4857452"/>
            <a:ext cx="14823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41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0208" y="4857452"/>
            <a:ext cx="17381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973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6774" y="4857452"/>
            <a:ext cx="14234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88905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7816" y="4857452"/>
            <a:ext cx="15656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7743" y="4857452"/>
            <a:ext cx="17591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5732" y="5467052"/>
            <a:ext cx="14793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AZ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24" y="5467052"/>
            <a:ext cx="17755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059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57388" y="5467052"/>
            <a:ext cx="143024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027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4979" y="5467052"/>
            <a:ext cx="147042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842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3165" y="5467052"/>
            <a:ext cx="149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78970" y="5467052"/>
            <a:ext cx="15746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59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94225" y="5467052"/>
            <a:ext cx="146149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1284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0254" y="5467052"/>
            <a:ext cx="153293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088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DC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50840" y="6076652"/>
            <a:ext cx="15693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4241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97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64979" y="6076652"/>
            <a:ext cx="16624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16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8941" y="6076652"/>
            <a:ext cx="1375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550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90505" y="6076652"/>
            <a:ext cx="153591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2236" lnSpcReduction="0"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945630" y="6076652"/>
            <a:ext cx="1473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TextBox 97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3400" y="6515100"/>
            <a:ext cx="4635550" cy="228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0" name="TextBox 109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46647"/>
            <a:ext cx="10287000" cy="472380"/>
          </a:xfrm>
          <a:prstGeom prst="rect">
            <a:avLst/>
          </a:prstGeom>
          <a:noFill/>
        </p:spPr>
        <p:txBody>
          <a:bodyPr wrap="square" lIns="0" rIns="0" tIns="0" bIns="0">
            <a:normAutofit fontScale="63173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23852"/>
            <a:ext cx="1545491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031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239" y="2795290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close/>
                <a:lnTo>
                  <a:pt x="247650" y="95250"/>
                </a:lnTo>
                <a:close/>
                <a:lnTo>
                  <a:pt x="371475" y="57150"/>
                </a:lnTo>
                <a:close/>
                <a:lnTo>
                  <a:pt x="495300" y="38100"/>
                </a:lnTo>
                <a:close/>
                <a:lnTo>
                  <a:pt x="619125" y="1905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24808"/>
            <a:ext cx="1961852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696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42239" y="3296245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57150"/>
                </a:lnTo>
                <a:close/>
                <a:lnTo>
                  <a:pt x="619125" y="76200"/>
                </a:lnTo>
                <a:close/>
                <a:lnTo>
                  <a:pt x="762000" y="9525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29633"/>
            <a:ext cx="1954500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7323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2239" y="3801070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close/>
                <a:lnTo>
                  <a:pt x="247650" y="114300"/>
                </a:lnTo>
                <a:close/>
                <a:lnTo>
                  <a:pt x="371475" y="76200"/>
                </a:lnTo>
                <a:close/>
                <a:lnTo>
                  <a:pt x="495300" y="57150"/>
                </a:lnTo>
                <a:close/>
                <a:lnTo>
                  <a:pt x="619125" y="38100"/>
                </a:lnTo>
                <a:close/>
                <a:lnTo>
                  <a:pt x="762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34458"/>
            <a:ext cx="1936700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120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1764" y="4305895"/>
            <a:ext cx="544413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close/>
                <a:lnTo>
                  <a:pt x="247650" y="0"/>
                </a:lnTo>
                <a:close/>
                <a:lnTo>
                  <a:pt x="371475" y="0"/>
                </a:lnTo>
                <a:close/>
                <a:lnTo>
                  <a:pt x="495300" y="9525"/>
                </a:lnTo>
                <a:close/>
                <a:lnTo>
                  <a:pt x="619125" y="9525"/>
                </a:lnTo>
                <a:close/>
                <a:lnTo>
                  <a:pt x="762000" y="9525"/>
                </a:lnTo>
                <a:close/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35413"/>
            <a:ext cx="1938829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299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2239" y="4806851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38100"/>
                </a:lnTo>
                <a:close/>
                <a:lnTo>
                  <a:pt x="371475" y="57150"/>
                </a:lnTo>
                <a:close/>
                <a:lnTo>
                  <a:pt x="495300" y="76200"/>
                </a:lnTo>
                <a:close/>
                <a:lnTo>
                  <a:pt x="619125" y="95250"/>
                </a:lnTo>
                <a:close/>
                <a:lnTo>
                  <a:pt x="762000" y="1143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36369"/>
            <a:ext cx="1935733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7621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42239" y="5307806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close/>
                <a:lnTo>
                  <a:pt x="247650" y="57150"/>
                </a:lnTo>
                <a:close/>
                <a:lnTo>
                  <a:pt x="371475" y="76200"/>
                </a:lnTo>
                <a:close/>
                <a:lnTo>
                  <a:pt x="495300" y="95250"/>
                </a:lnTo>
                <a:close/>
                <a:lnTo>
                  <a:pt x="619125" y="123825"/>
                </a:lnTo>
                <a:close/>
                <a:lnTo>
                  <a:pt x="762000" y="1524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37324"/>
            <a:ext cx="1936894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6499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42239" y="5808762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close/>
                <a:lnTo>
                  <a:pt x="247650" y="47625"/>
                </a:lnTo>
                <a:close/>
                <a:lnTo>
                  <a:pt x="371475" y="76200"/>
                </a:lnTo>
                <a:close/>
                <a:lnTo>
                  <a:pt x="495300" y="104775"/>
                </a:lnTo>
                <a:close/>
                <a:lnTo>
                  <a:pt x="619125" y="133350"/>
                </a:lnTo>
                <a:close/>
                <a:lnTo>
                  <a:pt x="762000" y="1619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34410"/>
            <a:ext cx="1960305" cy="316111"/>
          </a:xfrm>
          <a:prstGeom prst="rect">
            <a:avLst/>
          </a:prstGeom>
          <a:noFill/>
        </p:spPr>
        <p:txBody>
          <a:bodyPr wrap="square" lIns="0" rIns="0" tIns="0" bIns="0">
            <a:normAutofit fontScale="8510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42239" y="6305848"/>
            <a:ext cx="553938" cy="1732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28575"/>
                </a:lnTo>
                <a:close/>
                <a:lnTo>
                  <a:pt x="371475" y="38100"/>
                </a:lnTo>
                <a:close/>
                <a:lnTo>
                  <a:pt x="495300" y="57150"/>
                </a:lnTo>
                <a:close/>
                <a:lnTo>
                  <a:pt x="619125" y="66675"/>
                </a:lnTo>
                <a:close/>
                <a:lnTo>
                  <a:pt x="762000" y="85725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31496"/>
            <a:ext cx="1964948" cy="126504"/>
          </a:xfrm>
          <a:prstGeom prst="rect">
            <a:avLst/>
          </a:prstGeom>
          <a:noFill/>
        </p:spPr>
        <p:txBody>
          <a:bodyPr wrap="square" lIns="0" rIns="0" tIns="0" bIns="0">
            <a:normAutofit fontScale="78371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42239" y="6802934"/>
            <a:ext cx="553938" cy="550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close/>
                <a:lnTo>
                  <a:pt x="247650" y="19050"/>
                </a:lnTo>
                <a:close/>
                <a:lnTo>
                  <a:pt x="371475" y="38100"/>
                </a:lnTo>
                <a:close/>
                <a:lnTo>
                  <a:pt x="495300" y="47625"/>
                </a:lnTo>
                <a:close/>
                <a:lnTo>
                  <a:pt x="619125" y="57150"/>
                </a:lnTo>
                <a:close/>
                <a:lnTo>
                  <a:pt x="762000" y="762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524000"/>
            <a:ext cx="11125200" cy="219372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889177"/>
            <a:ext cx="7239000" cy="8286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close/>
                <a:lnTo>
                  <a:pt x="419100" y="152400"/>
                </a:lnTo>
                <a:close/>
                <a:lnTo>
                  <a:pt x="628650" y="133350"/>
                </a:lnTo>
                <a:close/>
                <a:lnTo>
                  <a:pt x="838200" y="95250"/>
                </a:lnTo>
                <a:close/>
                <a:lnTo>
                  <a:pt x="1047750" y="57150"/>
                </a:lnTo>
                <a:close/>
                <a:lnTo>
                  <a:pt x="1257300" y="19050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close/>
                <a:lnTo>
                  <a:pt x="419100" y="190500"/>
                </a:lnTo>
                <a:close/>
                <a:lnTo>
                  <a:pt x="628650" y="161925"/>
                </a:lnTo>
                <a:close/>
                <a:lnTo>
                  <a:pt x="838200" y="123825"/>
                </a:lnTo>
                <a:close/>
                <a:lnTo>
                  <a:pt x="1047750" y="76200"/>
                </a:lnTo>
                <a:close/>
                <a:lnTo>
                  <a:pt x="1257300" y="28575"/>
                </a:lnTo>
                <a:close/>
                <a:lnTo>
                  <a:pt x="1524000" y="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39779"/>
            <a:ext cx="2556986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close/>
                <a:lnTo>
                  <a:pt x="514350" y="190500"/>
                </a:lnTo>
                <a:close/>
                <a:lnTo>
                  <a:pt x="762000" y="95250"/>
                </a:lnTo>
                <a:close/>
                <a:lnTo>
                  <a:pt x="1019175" y="19050"/>
                </a:lnTo>
                <a:close/>
                <a:lnTo>
                  <a:pt x="1276350" y="0"/>
                </a:lnTo>
                <a:close/>
                <a:lnTo>
                  <a:pt x="1524000" y="19050"/>
                </a:lnTo>
                <a:close/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close/>
                <a:lnTo>
                  <a:pt x="514350" y="95250"/>
                </a:lnTo>
                <a:close/>
                <a:lnTo>
                  <a:pt x="762000" y="133350"/>
                </a:lnTo>
                <a:close/>
                <a:lnTo>
                  <a:pt x="1019174" y="171450"/>
                </a:lnTo>
                <a:close/>
                <a:lnTo>
                  <a:pt x="1276350" y="209550"/>
                </a:lnTo>
                <a:close/>
                <a:lnTo>
                  <a:pt x="1524000" y="228600"/>
                </a:lnTo>
                <a:close/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6424464" cy="210309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76800"/>
            <a:ext cx="7239000" cy="643830"/>
          </a:xfrm>
          <a:prstGeom prst="rect">
            <a:avLst/>
          </a:prstGeom>
          <a:noFill/>
        </p:spPr>
        <p:txBody>
          <a:bodyPr wrap="square" lIns="0" rIns="0" tIns="0" bIns="0">
            <a:normAutofit fontScale="6474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761"/>
            <a:ext cx="6776740" cy="2803922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11531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81008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11531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81008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38500"/>
            <a:ext cx="4572000" cy="1577280"/>
          </a:xfrm>
          <a:prstGeom prst="rect">
            <a:avLst/>
          </a:prstGeom>
          <a:noFill/>
        </p:spPr>
        <p:txBody>
          <a:bodyPr wrap="none" lIns="0" rIns="0" tIns="0" bIns="0">
            <a:normAutofit fontScale="99099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close/>
                <a:lnTo>
                  <a:pt x="0" y="228600"/>
                </a:lnTo>
                <a:close/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238500"/>
            <a:ext cx="4572000" cy="15772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close/>
                <a:lnTo>
                  <a:pt x="0" y="419100"/>
                </a:lnTo>
                <a:close/>
                <a:lnTo>
                  <a:pt x="22860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close/>
                <a:lnTo>
                  <a:pt x="419100" y="371475"/>
                </a:lnTo>
                <a:close/>
                <a:lnTo>
                  <a:pt x="209550" y="495300"/>
                </a:lnTo>
                <a:close/>
                <a:lnTo>
                  <a:pt x="0" y="371475"/>
                </a:lnTo>
                <a:close/>
                <a:lnTo>
                  <a:pt x="0" y="123825"/>
                </a:lnTo>
                <a:close/>
                <a:lnTo>
                  <a:pt x="209550" y="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57400"/>
            <a:ext cx="9906000" cy="19748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838605" cy="1577280"/>
          </a:xfrm>
          <a:prstGeom prst="rect">
            <a:avLst/>
          </a:prstGeom>
          <a:noFill/>
        </p:spPr>
        <p:txBody>
          <a:bodyPr wrap="none" lIns="0" rIns="0" tIns="0" bIns="0">
            <a:normAutofit fontScale="6781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00100"/>
            <a:ext cx="1198662" cy="670322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 26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28080"/>
            <a:ext cx="1640086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281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8044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3162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281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8044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3162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8281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6253162" y="2162175"/>
            <a:ext cx="33030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" y="2209800"/>
            <a:ext cx="6477000" cy="44123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4708" y="828080"/>
            <a:ext cx="1766292" cy="533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7525" y="22098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7525" y="3181350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5052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77525" y="38290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7525" y="41529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44767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11430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28080"/>
            <a:ext cx="1198662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2124075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981450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4" name="Freeform 13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2190750"/>
            <a:ext cx="9334500" cy="2413695"/>
          </a:xfrm>
          <a:prstGeom prst="rect">
            <a:avLst/>
          </a:prstGeom>
          <a:noFill/>
        </p:spPr>
        <p:txBody>
          <a:bodyPr wrap="square" lIns="0" rIns="0" tIns="0" bIns="0">
            <a:normAutofit fontScale="50319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000" y="4871145"/>
            <a:ext cx="5905500" cy="841177"/>
          </a:xfrm>
          <a:prstGeom prst="rect">
            <a:avLst/>
          </a:prstGeom>
          <a:noFill/>
        </p:spPr>
        <p:txBody>
          <a:bodyPr wrap="square" lIns="0" rIns="0" tIns="0" bIns="0">
            <a:normAutofit fontScale="86636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762000" y="6064746"/>
            <a:ext cx="1548557" cy="4476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1735420" cy="3048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200150"/>
            <a:ext cx="5569744" cy="920055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8225" y="3543300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close/>
                <a:lnTo>
                  <a:pt x="457200" y="190500"/>
                </a:lnTo>
                <a:close/>
                <a:lnTo>
                  <a:pt x="685800" y="209550"/>
                </a:lnTo>
                <a:close/>
                <a:lnTo>
                  <a:pt x="914400" y="152400"/>
                </a:lnTo>
                <a:close/>
                <a:lnTo>
                  <a:pt x="1143000" y="133350"/>
                </a:lnTo>
                <a:close/>
                <a:lnTo>
                  <a:pt x="1371600" y="95250"/>
                </a:lnTo>
                <a:close/>
                <a:lnTo>
                  <a:pt x="1600200" y="114300"/>
                </a:lnTo>
                <a:close/>
                <a:lnTo>
                  <a:pt x="1828800" y="57150"/>
                </a:lnTo>
                <a:close/>
                <a:lnTo>
                  <a:pt x="2057400" y="7620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70375" y="3543300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27" name="Freeform 26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close/>
                <a:lnTo>
                  <a:pt x="457200" y="228600"/>
                </a:lnTo>
                <a:close/>
                <a:lnTo>
                  <a:pt x="685800" y="190500"/>
                </a:lnTo>
                <a:close/>
                <a:lnTo>
                  <a:pt x="914400" y="171450"/>
                </a:lnTo>
                <a:close/>
                <a:lnTo>
                  <a:pt x="1143000" y="152400"/>
                </a:lnTo>
                <a:close/>
                <a:lnTo>
                  <a:pt x="1371600" y="114300"/>
                </a:lnTo>
                <a:close/>
                <a:lnTo>
                  <a:pt x="1600200" y="95250"/>
                </a:lnTo>
                <a:close/>
                <a:lnTo>
                  <a:pt x="1828800" y="76200"/>
                </a:lnTo>
                <a:close/>
                <a:lnTo>
                  <a:pt x="2057400" y="57150"/>
                </a:lnTo>
                <a:close/>
                <a:lnTo>
                  <a:pt x="2286000" y="38100"/>
                </a:lnTo>
                <a:close/>
                <a:lnTo>
                  <a:pt x="2514600" y="19050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526" y="3543300"/>
            <a:ext cx="2851249" cy="9310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37" name="Freeform 36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close/>
                <a:lnTo>
                  <a:pt x="457200" y="19050"/>
                </a:lnTo>
                <a:close/>
                <a:lnTo>
                  <a:pt x="685800" y="9525"/>
                </a:lnTo>
                <a:close/>
                <a:lnTo>
                  <a:pt x="914400" y="0"/>
                </a:lnTo>
                <a:close/>
                <a:lnTo>
                  <a:pt x="1143000" y="9525"/>
                </a:lnTo>
                <a:close/>
                <a:lnTo>
                  <a:pt x="1371600" y="9525"/>
                </a:lnTo>
                <a:close/>
                <a:lnTo>
                  <a:pt x="1600200" y="19050"/>
                </a:lnTo>
                <a:close/>
                <a:lnTo>
                  <a:pt x="1828800" y="9525"/>
                </a:lnTo>
                <a:close/>
                <a:lnTo>
                  <a:pt x="2057400" y="0"/>
                </a:lnTo>
                <a:close/>
                <a:lnTo>
                  <a:pt x="2286000" y="9525"/>
                </a:lnTo>
                <a:close/>
                <a:lnTo>
                  <a:pt x="2514600" y="9525"/>
                </a:lnTo>
                <a:close/>
                <a:lnTo>
                  <a:pt x="2667000" y="0"/>
                </a:lnTo>
                <a:close/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966990" y="609600"/>
            <a:ext cx="1646118" cy="3048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047750"/>
            <a:ext cx="12192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9" name="TextBox 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585371" y="2002631"/>
            <a:ext cx="1779389" cy="2667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475" y="4545509"/>
            <a:ext cx="208219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475" y="4812209"/>
            <a:ext cx="2015058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26" name="Rectangle 2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62798" y="4412159"/>
            <a:ext cx="238575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798" y="4678859"/>
            <a:ext cx="272860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62798" y="4945559"/>
            <a:ext cx="2324814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49" name="Rounded Rectangle 48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67304" y="4545509"/>
            <a:ext cx="257826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67304" y="4812209"/>
            <a:ext cx="2858036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64" name="Rectangle 6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570179" cy="3048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76300"/>
            <a:ext cx="4389239" cy="839986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7" name="Rounded Rectangle 6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04875" y="2466975"/>
            <a:ext cx="3876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2905125"/>
            <a:ext cx="3429000" cy="1519833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4558308"/>
            <a:ext cx="3619500" cy="621506"/>
          </a:xfrm>
          <a:prstGeom prst="rect">
            <a:avLst/>
          </a:prstGeom>
          <a:noFill/>
        </p:spPr>
        <p:txBody>
          <a:bodyPr wrap="square" lIns="0" rIns="0" tIns="0" bIns="0">
            <a:normAutofit fontScale="6858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" y="5351264"/>
            <a:ext cx="3876973" cy="834033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5467648" y="2390775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ounded Rectangle 2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720286" y="2390775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467648" y="4514850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8720286" y="4514850"/>
            <a:ext cx="343595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609600"/>
            <a:ext cx="2168505" cy="3048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28700"/>
            <a:ext cx="5827961" cy="460028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11469" y="1336328"/>
            <a:ext cx="256221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400425"/>
            <a:ext cx="3041600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19" name="Rounded Rectangle 18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5125" y="3400425"/>
            <a:ext cx="3041600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30" name="Rounded Rectangle 29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526" y="3400425"/>
            <a:ext cx="3041749" cy="9447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1638300"/>
            <a:ext cx="12192000" cy="1882080"/>
          </a:xfrm>
          <a:prstGeom prst="rect">
            <a:avLst/>
          </a:prstGeom>
          <a:noFill/>
        </p:spPr>
        <p:txBody>
          <a:bodyPr wrap="square" lIns="0" rIns="0" tIns="0" bIns="0">
            <a:normAutofit fontScale="68231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38550"/>
            <a:ext cx="12192000" cy="56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7943" y="914400"/>
            <a:ext cx="2716113" cy="3048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278064" y="4438650"/>
            <a:ext cx="1402705" cy="4953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5814120" y="4438650"/>
            <a:ext cx="2099816" cy="4953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9543" y="5972175"/>
            <a:ext cx="921209" cy="27622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609600"/>
            <a:ext cx="1976056" cy="3048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28700"/>
            <a:ext cx="5557689" cy="419993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916609" y="2943225"/>
            <a:ext cx="967234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15315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0" name="TextBox 1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1" name="TextBox 2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21907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2" name="TextBox 2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15315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25" name="TextBox 2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9848850" y="31051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6" name="TextBox 2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0960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245745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4305300" y="4019550"/>
            <a:ext cx="358140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40195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096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24574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3053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1531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00100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9848850" y="4933950"/>
            <a:ext cx="1733550" cy="800100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41" name="Rectangle 4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09600" y="6248400"/>
            <a:ext cx="29009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1695450"/>
            <a:ext cx="3028950" cy="3771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8175" y="4438650"/>
            <a:ext cx="81915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86548" lnSpcReduction="0"/>
          </a:bodyPr>
          <a:lstStyle/>
          <a:p>
            <a:pPr algn="l"/>
            <a:r>
              <a:rPr sz="975" b="0" i="0" u="none">
                <a:solidFill>
                  <a:srgbClr val="2D1F1F"/>
                </a:solidFill>
                <a:latin typeface="Source Serif Pro"/>
              </a:rPr>
              <a:t>Morning, no.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7700" y="5038725"/>
            <a:ext cx="124018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262" lnSpcReduction="0"/>
          </a:bodyPr>
          <a:lstStyle/>
          <a:p>
            <a:pPr algn="l"/>
            <a:r>
              <a:rPr sz="825" b="0" i="0" u="none">
                <a:solidFill>
                  <a:srgbClr val="2D1F1F"/>
                </a:solidFill>
                <a:latin typeface="Inter"/>
              </a:rPr>
              <a:t>Photographed at low tide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4988"/>
            <a:ext cx="5524500" cy="987326"/>
          </a:xfrm>
          <a:prstGeom prst="rect">
            <a:avLst/>
          </a:prstGeom>
          <a:noFill/>
        </p:spPr>
        <p:txBody>
          <a:bodyPr wrap="square" lIns="0" rIns="0" tIns="0" bIns="0">
            <a:normAutofit fontScale="74572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30586"/>
            <a:ext cx="12192000" cy="1234380"/>
          </a:xfrm>
          <a:prstGeom prst="rect">
            <a:avLst/>
          </a:prstGeom>
          <a:noFill/>
        </p:spPr>
        <p:txBody>
          <a:bodyPr wrap="square" lIns="0" rIns="0" tIns="0" bIns="0">
            <a:normAutofit fontScale="969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2700" y="5067300"/>
            <a:ext cx="371475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265884"/>
            <a:ext cx="7429500" cy="1316534"/>
          </a:xfrm>
          <a:prstGeom prst="rect">
            <a:avLst/>
          </a:prstGeom>
          <a:noFill/>
        </p:spPr>
        <p:txBody>
          <a:bodyPr wrap="square" lIns="0" rIns="0" tIns="0" bIns="0">
            <a:normAutofit fontScale="66441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2189"/>
            <a:ext cx="4076551" cy="47312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0" y="1028700"/>
            <a:ext cx="3829496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124051"/>
            <a:ext cx="431289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382000" cy="719138"/>
          </a:xfrm>
          <a:prstGeom prst="rect">
            <a:avLst/>
          </a:prstGeom>
          <a:noFill/>
        </p:spPr>
        <p:txBody>
          <a:bodyPr wrap="square" lIns="0" rIns="0" tIns="0" bIns="0">
            <a:normAutofit fontScale="65562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4" name="Oval 23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6" name="Oval 25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8" name="Oval 27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0" name="Oval 29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2" name="Oval 31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4" name="Oval 33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6" name="Oval 35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8" name="Oval 37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0" name="Oval 39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2" name="Oval 41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2171700"/>
            <a:ext cx="3771900" cy="16981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28448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57023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85598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4141738"/>
            <a:ext cx="3771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3375" y="5314950"/>
            <a:ext cx="3486150" cy="55111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353175"/>
            <a:ext cx="83820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762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3820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7774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68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571750"/>
            <a:ext cx="102170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2755" y="2571750"/>
            <a:ext cx="9001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4318" y="2571750"/>
            <a:ext cx="104120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6969" y="2571750"/>
            <a:ext cx="1024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2505" y="2571750"/>
            <a:ext cx="43576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847975"/>
            <a:ext cx="17689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95675"/>
            <a:ext cx="21975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143375"/>
            <a:ext cx="23515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791075"/>
            <a:ext cx="94842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475" y="5981700"/>
            <a:ext cx="7143750" cy="350341"/>
          </a:xfrm>
          <a:prstGeom prst="rect">
            <a:avLst/>
          </a:prstGeom>
          <a:noFill/>
        </p:spPr>
        <p:txBody>
          <a:bodyPr wrap="square" lIns="0" rIns="0" tIns="0" bIns="0">
            <a:normAutofit fontScale="7945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90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628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22104"/>
            <a:ext cx="2365058" cy="1687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5100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4425" y="2718792"/>
            <a:ext cx="2219325" cy="576858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3750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63075" y="2718792"/>
            <a:ext cx="2219325" cy="5768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5100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4425" y="386774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3750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075" y="3867745"/>
            <a:ext cx="2219325" cy="55304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127552"/>
            <a:ext cx="2724150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05100" y="6127552"/>
            <a:ext cx="2885122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24425" y="6127552"/>
            <a:ext cx="2219325" cy="369838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143750" y="6127552"/>
            <a:ext cx="2885122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63075" y="6127552"/>
            <a:ext cx="2828925" cy="369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74569"/>
            <a:ext cx="10972800" cy="173831"/>
          </a:xfrm>
          <a:prstGeom prst="rect">
            <a:avLst/>
          </a:prstGeom>
          <a:noFill/>
        </p:spPr>
        <p:txBody>
          <a:bodyPr wrap="none" lIns="0" rIns="0" tIns="0" bIns="0">
            <a:normAutofit fontScale="84371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70298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95525"/>
            <a:ext cx="762000" cy="832693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63118"/>
            <a:ext cx="6477000" cy="374600"/>
          </a:xfrm>
          <a:prstGeom prst="rect">
            <a:avLst/>
          </a:prstGeom>
          <a:noFill/>
        </p:spPr>
        <p:txBody>
          <a:bodyPr wrap="square" lIns="0" rIns="0" tIns="0" bIns="0">
            <a:normAutofit fontScale="58238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95525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82425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61593"/>
            <a:ext cx="762000" cy="829568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61593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714625" cy="1398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24536"/>
            <a:ext cx="762000" cy="829568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624536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69938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87479"/>
            <a:ext cx="762000" cy="832693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55072"/>
            <a:ext cx="6477000" cy="374600"/>
          </a:xfrm>
          <a:prstGeom prst="rect">
            <a:avLst/>
          </a:prstGeom>
          <a:noFill/>
        </p:spPr>
        <p:txBody>
          <a:bodyPr wrap="square" lIns="0" rIns="0" tIns="0" bIns="0">
            <a:normAutofit fontScale="64319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5787479"/>
            <a:ext cx="271462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111329"/>
            <a:ext cx="2714625" cy="279797"/>
          </a:xfrm>
          <a:prstGeom prst="rect">
            <a:avLst/>
          </a:prstGeom>
          <a:noFill/>
        </p:spPr>
        <p:txBody>
          <a:bodyPr wrap="square" lIns="0" rIns="0" tIns="0" bIns="0">
            <a:normAutofit fontScale="8598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848475"/>
            <a:ext cx="762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8309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7375" y="6848475"/>
            <a:ext cx="2714625" cy="95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2714625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6712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008" y="2486025"/>
            <a:ext cx="5996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937" y="2486025"/>
            <a:ext cx="57581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7053" y="2486025"/>
            <a:ext cx="7401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3067050" cy="184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30670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699796"/>
            <a:ext cx="3067050" cy="158204"/>
          </a:xfrm>
          <a:prstGeom prst="rect">
            <a:avLst/>
          </a:prstGeom>
          <a:noFill/>
        </p:spPr>
        <p:txBody>
          <a:bodyPr wrap="square" lIns="0" rIns="0" tIns="0" bIns="0">
            <a:normAutofit fontScale="6047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311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390650"/>
            <a:ext cx="3317825" cy="445591"/>
          </a:xfrm>
          <a:prstGeom prst="rect">
            <a:avLst/>
          </a:prstGeom>
          <a:noFill/>
        </p:spPr>
        <p:txBody>
          <a:bodyPr wrap="square" lIns="0" rIns="0" tIns="0" bIns="0">
            <a:normAutofit fontScale="65666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71925"/>
            <a:ext cx="3317825" cy="55751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58060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50868"/>
            <a:ext cx="3317825" cy="364182"/>
          </a:xfrm>
          <a:prstGeom prst="rect">
            <a:avLst/>
          </a:prstGeom>
          <a:noFill/>
        </p:spPr>
        <p:txBody>
          <a:bodyPr wrap="square" lIns="0" rIns="0" tIns="0" bIns="0">
            <a:normAutofit fontScale="88072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66825"/>
            <a:ext cx="7035850" cy="1139875"/>
          </a:xfrm>
          <a:prstGeom prst="rect">
            <a:avLst/>
          </a:prstGeom>
          <a:noFill/>
        </p:spPr>
        <p:txBody>
          <a:bodyPr wrap="square" lIns="0" rIns="0" tIns="0" bIns="0">
            <a:normAutofit fontScale="50145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47457"/>
            <a:ext cx="2802582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9334500" cy="674191"/>
          </a:xfrm>
          <a:prstGeom prst="rect">
            <a:avLst/>
          </a:prstGeom>
          <a:noFill/>
        </p:spPr>
        <p:txBody>
          <a:bodyPr wrap="square" lIns="0" rIns="0" tIns="0" bIns="0">
            <a:normAutofit fontScale="59958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512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3450" y="2152650"/>
            <a:ext cx="857250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4050" y="2601813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4650" y="2606576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44050" y="31399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4650" y="31447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4050" y="36162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34650" y="36209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4050" y="40924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34650" y="40972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4050" y="45687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4650" y="45734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44050" y="50449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34650" y="50497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544050" y="55212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34650" y="552598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44050" y="599747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34650" y="6002238"/>
            <a:ext cx="13620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44050" y="6473726"/>
            <a:ext cx="11144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34650" y="6478488"/>
            <a:ext cx="1362075" cy="1509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44050" y="6848475"/>
            <a:ext cx="11144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34650" y="6848475"/>
            <a:ext cx="136207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3425" y="5905500"/>
            <a:ext cx="3257550" cy="331291"/>
          </a:xfrm>
          <a:prstGeom prst="rect">
            <a:avLst/>
          </a:prstGeom>
          <a:noFill/>
        </p:spPr>
        <p:txBody>
          <a:bodyPr wrap="square" lIns="0" rIns="0" tIns="0" bIns="0">
            <a:normAutofit fontScale="62266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67225" y="5905500"/>
            <a:ext cx="3257550" cy="331291"/>
          </a:xfrm>
          <a:prstGeom prst="rect">
            <a:avLst/>
          </a:prstGeom>
          <a:noFill/>
        </p:spPr>
        <p:txBody>
          <a:bodyPr wrap="square" lIns="0" rIns="0" tIns="0" bIns="0">
            <a:normAutofit fontScale="6746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01025" y="5905500"/>
            <a:ext cx="3257550" cy="350341"/>
          </a:xfrm>
          <a:prstGeom prst="rect">
            <a:avLst/>
          </a:prstGeom>
          <a:noFill/>
        </p:spPr>
        <p:txBody>
          <a:bodyPr wrap="square" lIns="0" rIns="0" tIns="0" bIns="0">
            <a:normAutofit fontScale="57362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9600" y="6353175"/>
            <a:ext cx="8801100" cy="2872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86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477000" cy="685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57325"/>
            <a:ext cx="4343400" cy="2008733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276850"/>
            <a:ext cx="5257800" cy="1115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 fontScale="65527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09675"/>
            <a:ext cx="2733675" cy="166494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35537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62400" y="457200"/>
            <a:ext cx="508635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600" y="533400"/>
            <a:ext cx="24779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182100" y="457200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8300" y="533400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6240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600" y="3571875"/>
            <a:ext cx="269677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57225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571875"/>
            <a:ext cx="273100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82100" y="3495675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3571875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182100" y="5014912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5091112"/>
            <a:ext cx="26937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286000"/>
            <a:ext cx="10668000" cy="2622352"/>
          </a:xfrm>
          <a:prstGeom prst="rect">
            <a:avLst/>
          </a:prstGeom>
          <a:noFill/>
        </p:spPr>
        <p:txBody>
          <a:bodyPr wrap="square" lIns="0" rIns="0" tIns="0" bIns="0">
            <a:normAutofit fontScale="80396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99" y="4747320"/>
            <a:ext cx="1206401" cy="72003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
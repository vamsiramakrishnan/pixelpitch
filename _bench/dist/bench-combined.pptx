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  <p:embeddedFont>
      <p:font typeface="JetBrains Mono" panose="020B0609040504020204" charset="0"/>
      <p:regular r:id="rIdSlidifyFont14"/>
      <p:italic r:id="rIdSlidifyFont15"/>
    </p:embeddedFont>
    <p:embeddedFont>
      <p:font typeface="Spectral" panose="020B0604020202020204" charset="0"/>
      <p:regular r:id="rIdSlidifyFont16"/>
      <p:bold r:id="rIdSlidifyFont17"/>
      <p:italic r:id="rIdSlidifyFont18"/>
    </p:embeddedFont>
    <p:embeddedFont>
      <p:font typeface="Inter Tight" panose="020B0604020202020204" charset="0"/>
      <p:regular r:id="rIdSlidifyFont19"/>
      <p:bold r:id="rIdSlidify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5419725"/>
            <a:ext cx="132561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2201912" y="5419725"/>
            <a:ext cx="1498253" cy="4572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33900"/>
            <a:ext cx="106680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6325" y="4924425"/>
            <a:ext cx="1264741" cy="3810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Cambria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4518" y="4181475"/>
            <a:ext cx="1475482" cy="3810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8483" y="4457700"/>
            <a:ext cx="2900511" cy="457200"/>
          </a:xfrm>
          <a:prstGeom prst="round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33295" y="4457700"/>
            <a:ext cx="154022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Impact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Cambria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Impact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Impact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ambria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Cambria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gradFill flip="none" rotWithShape="1">
            <a:gsLst>
              <a:gs pos="0">
                <a:srgbClr val="7A2C30"/>
              </a:gs>
              <a:gs pos="100000">
                <a:srgbClr val="0A0A0A"/>
              </a:gs>
            </a:gsLst>
            <a:lin ang="4398045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gradFill flip="none" rotWithShape="1">
            <a:gsLst>
              <a:gs pos="0">
                <a:srgbClr val="7A2C30"/>
              </a:gs>
              <a:gs pos="100000">
                <a:srgbClr val="0A0A0A"/>
              </a:gs>
            </a:gsLst>
            <a:lin ang="4398045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Impact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Cambria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Cambria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Cambria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Arial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gradFill flip="none" rotWithShape="1">
            <a:gsLst>
              <a:gs pos="0">
                <a:srgbClr val="FFD9A0"/>
              </a:gs>
              <a:gs pos="35000">
                <a:srgbClr val="FFB886"/>
              </a:gs>
              <a:gs pos="80000">
                <a:srgbClr val="7A6285"/>
              </a:gs>
              <a:gs pos="100000">
                <a:srgbClr val="1A2440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gradFill flip="none" rotWithShape="1">
            <a:gsLst>
              <a:gs pos="0">
                <a:srgbClr val="0D1F3C"/>
              </a:gs>
              <a:gs pos="100000">
                <a:srgbClr val="050B1C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FFECC4">
                  <a:alpha val="95000"/>
                </a:srgbClr>
              </a:gs>
              <a:gs pos="35000">
                <a:srgbClr val="FF7A59">
                  <a:alpha val="55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66000" t="62000" r="34000" b="38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gradFill flip="none" rotWithShape="1">
            <a:gsLst>
              <a:gs pos="0">
                <a:srgbClr val="FFECC4">
                  <a:alpha val="55000"/>
                </a:srgbClr>
              </a:gs>
              <a:gs pos="100000">
                <a:srgbClr val="FF7A59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gradFill flip="none" rotWithShape="1">
            <a:gsLst>
              <a:gs pos="0">
                <a:srgbClr val="1A2440"/>
              </a:gs>
              <a:gs pos="60000">
                <a:srgbClr val="0A1124"/>
              </a:gs>
              <a:gs pos="100000">
                <a:srgbClr val="04060F"/>
              </a:gs>
            </a:gsLst>
            <a:lin ang="4721404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gradFill flip="none" rotWithShape="1">
            <a:gsLst>
              <a:gs pos="0">
                <a:srgbClr val="1A2440"/>
              </a:gs>
              <a:gs pos="60000">
                <a:srgbClr val="0A1124"/>
              </a:gs>
              <a:gs pos="100000">
                <a:srgbClr val="04060F"/>
              </a:gs>
            </a:gsLst>
            <a:lin ang="4721404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Cambria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Cambria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Calibri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Cambria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Cambria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Cambria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Calibri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F1311"/>
              </a:gs>
              <a:gs pos="55000">
                <a:srgbClr val="1F2924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B05A3C">
                  <a:alpha val="55000"/>
                </a:srgbClr>
              </a:gs>
              <a:gs pos="60000">
                <a:srgbClr val="B05A3C">
                  <a:alpha val="0"/>
                </a:srgbClr>
              </a:gs>
            </a:gsLst>
            <a:path path="circle">
              <a:fillToRect l="85000" t="95000" r="15000" b="5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7C0AE">
                  <a:alpha val="30000"/>
                </a:srgbClr>
              </a:gs>
              <a:gs pos="60000">
                <a:srgbClr val="C7C0AE">
                  <a:alpha val="0"/>
                </a:srgbClr>
              </a:gs>
            </a:gsLst>
            <a:path path="circle">
              <a:fillToRect l="10000" t="5000" r="90000" b="95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gradFill flip="none" rotWithShape="1">
            <a:gsLst>
              <a:gs pos="0">
                <a:srgbClr val="EFE9DC"/>
              </a:gs>
              <a:gs pos="100000">
                <a:srgbClr val="C7C0A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gradFill flip="none" rotWithShape="1">
            <a:gsLst>
              <a:gs pos="0">
                <a:srgbClr val="B05A3C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Cambria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Cambria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Cambria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2D3833"/>
              </a:gs>
              <a:gs pos="55000">
                <a:srgbClr val="0F1311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7C0AE">
                  <a:alpha val="30000"/>
                </a:srgbClr>
              </a:gs>
              <a:gs pos="60000">
                <a:srgbClr val="C7C0AE">
                  <a:alpha val="0"/>
                </a:srgbClr>
              </a:gs>
            </a:gsLst>
            <a:path path="circle">
              <a:fillToRect l="32000" t="40000" r="68000" b="6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gradFill flip="none" rotWithShape="1">
            <a:gsLst>
              <a:gs pos="0">
                <a:srgbClr val="EFE9DC"/>
              </a:gs>
              <a:gs pos="100000">
                <a:srgbClr val="C7C0A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gradFill flip="none" rotWithShape="1">
            <a:gsLst>
              <a:gs pos="0">
                <a:srgbClr val="EFE9DC"/>
              </a:gs>
              <a:gs pos="55000">
                <a:srgbClr val="C7C0AE"/>
              </a:gs>
              <a:gs pos="100000">
                <a:srgbClr val="7A897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gradFill flip="none" rotWithShape="1">
            <a:gsLst>
              <a:gs pos="0">
                <a:srgbClr val="0F1311"/>
              </a:gs>
              <a:gs pos="100000">
                <a:srgbClr val="1F2924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Cambria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Cambria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Cambria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F5F5F7"/>
      </a:accent2>
      <a:accent3>
        <a:srgbClr val="111111"/>
      </a:accent3>
      <a:accent4>
        <a:srgbClr val="52525B"/>
      </a:accent4>
      <a:accent5>
        <a:srgbClr val="7A8978"/>
      </a:accent5>
      <a:accent6>
        <a:srgbClr val="D4D4D8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
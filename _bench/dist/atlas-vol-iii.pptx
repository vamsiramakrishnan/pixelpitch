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JetBrains Mono" panose="020B0609040504020204" charset="0"/>
      <p:regular r:id="rIdSlidifyFont1"/>
      <p:italic r:id="rIdSlidifyFont2"/>
    </p:embeddedFont>
    <p:embeddedFont>
      <p:font typeface="Spectral" panose="020B0604020202020204" charset="0"/>
      <p:regular r:id="rIdSlidifyFont3"/>
      <p:bold r:id="rIdSlidifyFont4"/>
      <p:italic r:id="rIdSlidifyFont5"/>
    </p:embeddedFont>
    <p:embeddedFont>
      <p:font typeface="Inter Tight" panose="020B0604020202020204" charset="0"/>
      <p:regular r:id="rIdSlidifyFont6"/>
      <p:bold r:id="rIdSlidifyFont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Cambria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Calibri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Cambria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Cambria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Cambria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Cambria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Calibri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Calibri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Cambria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Cambria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Cambria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Cambria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Cambria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Cambria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5350" y="5476875"/>
            <a:ext cx="4572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Cambria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Calibri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Cambria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Cambria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Cambria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Cambria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7A8978"/>
      </a:accent2>
      <a:accent3>
        <a:srgbClr val="2D3833"/>
      </a:accent3>
      <a:accent4>
        <a:srgbClr val="EFE9DC"/>
      </a:accent4>
      <a:accent5>
        <a:srgbClr val="B05A3C"/>
      </a:accent5>
      <a:accent6>
        <a:srgbClr val="E6DFD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
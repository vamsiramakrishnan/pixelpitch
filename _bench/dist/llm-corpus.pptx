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5419725"/>
            <a:ext cx="132561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2201912" y="5419725"/>
            <a:ext cx="1498253" cy="4572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33900"/>
            <a:ext cx="106680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6325" y="4924425"/>
            <a:ext cx="1264741" cy="3810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Cambria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4518" y="4181475"/>
            <a:ext cx="1475482" cy="3810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8483" y="4457700"/>
            <a:ext cx="2900511" cy="457200"/>
          </a:xfrm>
          <a:prstGeom prst="round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33295" y="4457700"/>
            <a:ext cx="154022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Impact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Cambria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Impact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Impact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ambria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Cambria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gradFill flip="none" rotWithShape="1">
            <a:gsLst>
              <a:gs pos="0">
                <a:srgbClr val="7A2C30"/>
              </a:gs>
              <a:gs pos="100000">
                <a:srgbClr val="0A0A0A"/>
              </a:gs>
            </a:gsLst>
            <a:lin ang="4398045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gradFill flip="none" rotWithShape="1">
            <a:gsLst>
              <a:gs pos="0">
                <a:srgbClr val="7A2C30"/>
              </a:gs>
              <a:gs pos="100000">
                <a:srgbClr val="0A0A0A"/>
              </a:gs>
            </a:gsLst>
            <a:lin ang="4398045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Impact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Cambria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Cambria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Cambria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Arial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gradFill flip="none" rotWithShape="1">
            <a:gsLst>
              <a:gs pos="0">
                <a:srgbClr val="FFD9A0"/>
              </a:gs>
              <a:gs pos="35000">
                <a:srgbClr val="FFB886"/>
              </a:gs>
              <a:gs pos="80000">
                <a:srgbClr val="7A6285"/>
              </a:gs>
              <a:gs pos="100000">
                <a:srgbClr val="1A2440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gradFill flip="none" rotWithShape="1">
            <a:gsLst>
              <a:gs pos="0">
                <a:srgbClr val="0D1F3C"/>
              </a:gs>
              <a:gs pos="100000">
                <a:srgbClr val="050B1C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FFECC4">
                  <a:alpha val="95000"/>
                </a:srgbClr>
              </a:gs>
              <a:gs pos="35000">
                <a:srgbClr val="FF7A59">
                  <a:alpha val="55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66000" t="62000" r="34000" b="38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gradFill flip="none" rotWithShape="1">
            <a:gsLst>
              <a:gs pos="0">
                <a:srgbClr val="FFECC4">
                  <a:alpha val="55000"/>
                </a:srgbClr>
              </a:gs>
              <a:gs pos="100000">
                <a:srgbClr val="FF7A59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gradFill flip="none" rotWithShape="1">
            <a:gsLst>
              <a:gs pos="0">
                <a:srgbClr val="1A2440"/>
              </a:gs>
              <a:gs pos="60000">
                <a:srgbClr val="0A1124"/>
              </a:gs>
              <a:gs pos="100000">
                <a:srgbClr val="04060F"/>
              </a:gs>
            </a:gsLst>
            <a:lin ang="4721404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gradFill flip="none" rotWithShape="1">
            <a:gsLst>
              <a:gs pos="0">
                <a:srgbClr val="1A2440"/>
              </a:gs>
              <a:gs pos="60000">
                <a:srgbClr val="0A1124"/>
              </a:gs>
              <a:gs pos="100000">
                <a:srgbClr val="04060F"/>
              </a:gs>
            </a:gsLst>
            <a:lin ang="4721404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Cambria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111111"/>
      </a:accent2>
      <a:accent3>
        <a:srgbClr val="52525B"/>
      </a:accent3>
      <a:accent4>
        <a:srgbClr val="D4D4D8"/>
      </a:accent4>
      <a:accent5>
        <a:srgbClr val="E5E5E5"/>
      </a:accent5>
      <a:accent6>
        <a:srgbClr val="A1A1AA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
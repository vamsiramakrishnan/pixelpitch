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Hero — investor variant.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/ table of contents.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divider with mesh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Hero stat — single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Three-up KPI strip.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Custom data-viz slide: donut + bar-set-h + sparkline + kpi-row primitives.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Quarterly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Mixed bento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Annotated product shot.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Editorial pull quote.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Roadmap variant — platform milestones.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Six-up team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Surfaces showcase: aurora-corners + dot-lattice-fine + line-grid + spotlight-tight + section-divider.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Demonstrates EscapeHatch metering for a treatment (conic-gradient) no atom expresses.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  <a:extLst>
            <a:ext uri="https://slidify.dev/2026/recipe">
              <ns0:recipeId xmlns:ns0="https://slidify.dev/2026/recipe">slide-background</ns0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A78BFA">
                  <a:alpha val="32000"/>
                </a:srgbClr>
              </a:gs>
              <a:gs pos="16667">
                <a:srgbClr val="A78BFA">
                  <a:alpha val="26667"/>
                </a:srgbClr>
              </a:gs>
              <a:gs pos="33333">
                <a:srgbClr val="A78BFA">
                  <a:alpha val="21333"/>
                </a:srgbClr>
              </a:gs>
              <a:gs pos="50000">
                <a:srgbClr val="A78BFA">
                  <a:alpha val="16000"/>
                </a:srgbClr>
              </a:gs>
              <a:gs pos="66667">
                <a:srgbClr val="A78BFA">
                  <a:alpha val="10667"/>
                </a:srgbClr>
              </a:gs>
              <a:gs pos="83333">
                <a:srgbClr val="A78BFA">
                  <a:alpha val="5333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  <a:extLst>
            <a:ext uri="https://slidify.dev/2026/recipe">
              <ns1:recipeId xmlns:ns1="https://slidify.dev/2026/recipe">surface.radial-blob</ns1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extLst>
            <a:ext uri="https://slidify.dev/2026/recipe">
              <ns2:recipeId xmlns:ns2="https://slidify.dev/2026/recipe">slot.eyebrow.text</ns2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extLst>
            <a:ext uri="https://slidify.dev/2026/recipe">
              <ns3:recipeId xmlns:ns3="https://slidify.dev/2026/recipe">slot.numeral</ns3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extLst>
            <a:ext uri="https://slidify.dev/2026/recipe">
              <ns4:recipeId xmlns:ns4="https://slidify.dev/2026/recipe">slot.quote.body</ns4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0" i="0" u="none">
                <a:solidFill>
                  <a:srgbClr val="F5F5F7"/>
                </a:solidFill>
                <a:latin typeface="Inter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  <a:extLst>
            <a:ext uri="https://slidify.dev/2026/recipe">
              <ns0:recipeId xmlns:ns0="https://slidify.dev/2026/recipe">slide-background</ns0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extLst>
            <a:ext uri="https://slidify.dev/2026/recipe">
              <ns1:recipeId xmlns:ns1="https://slidify.dev/2026/recipe">slot.eyebrow.text</ns1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lnTo>
                  <a:pt x="100000" y="50000"/>
                </a:lnTo>
              </a:path>
            </a:pathLst>
          </a:custGeom>
          <a:noFill/>
          <a:ln w="9525" cap="flat">
            <a:solidFill>
              <a:srgbClr val="FFFFFF"/>
            </a:solidFill>
            <a:miter/>
          </a:ln>
          <a:extLst>
            <a:ext uri="https://slidify.dev/2026/recipe">
              <ns2:recipeId xmlns:ns2="https://slidify.dev/2026/recipe">decoration.line-stroke</ns2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  <a:extLst>
            <a:ext uri="https://slidify.dev/2026/recipe">
              <ns0:recipeId xmlns:ns0="https://slidify.dev/2026/recipe">slide-background</ns0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A78BFA">
                  <a:alpha val="32000"/>
                </a:srgbClr>
              </a:gs>
              <a:gs pos="16667">
                <a:srgbClr val="A78BFA">
                  <a:alpha val="26667"/>
                </a:srgbClr>
              </a:gs>
              <a:gs pos="33333">
                <a:srgbClr val="A78BFA">
                  <a:alpha val="21333"/>
                </a:srgbClr>
              </a:gs>
              <a:gs pos="50000">
                <a:srgbClr val="A78BFA">
                  <a:alpha val="16000"/>
                </a:srgbClr>
              </a:gs>
              <a:gs pos="66667">
                <a:srgbClr val="A78BFA">
                  <a:alpha val="10667"/>
                </a:srgbClr>
              </a:gs>
              <a:gs pos="83333">
                <a:srgbClr val="A78BFA">
                  <a:alpha val="5333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  <a:extLst>
            <a:ext uri="https://slidify.dev/2026/recipe">
              <ns1:recipeId xmlns:ns1="https://slidify.dev/2026/recipe">surface.radial-blob</ns1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extLst>
            <a:ext uri="https://slidify.dev/2026/recipe">
              <ns2:recipeId xmlns:ns2="https://slidify.dev/2026/recipe">slot.numeral</ns2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extLst>
            <a:ext uri="https://slidify.dev/2026/recipe">
              <ns3:recipeId xmlns:ns3="https://slidify.dev/2026/recipe">slot.eyebrow.text</ns3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  <a:extLst>
            <a:ext uri="https://slidify.dev/2026/recipe">
              <ns0:recipeId xmlns:ns0="https://slidify.dev/2026/recipe">slide-background</ns0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extLst>
            <a:ext uri="https://slidify.dev/2026/recipe">
              <ns1:recipeId xmlns:ns1="https://slidify.dev/2026/recipe">slot.eyebrow.text</ns1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extLst>
            <a:ext uri="https://slidify.dev/2026/recipe">
              <ns2:recipeId xmlns:ns2="https://slidify.dev/2026/recipe">slot.numeral</ns2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 u="none">
                <a:solidFill>
                  <a:srgbClr val="818CF8"/>
                </a:solidFill>
                <a:latin typeface="Inter"/>
              </a:rPr>
              <a:t>87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0E1A"/>
          </a:solidFill>
          <a:ln>
            <a:noFill/>
          </a:ln>
          <a:extLst>
            <a:ext uri="https://slidify.dev/2026/recipe">
              <ns3:recipeId xmlns:ns3="https://slidify.dev/2026/recipe">surface.shape-fill</ns3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0" y="0"/>
            <a:ext cx="12192000" cy="6858000"/>
          </a:xfrm>
          <a:prstGeom prst="roundRect">
            <a:avLst/>
          </a:prstGeom>
          <a:solidFill>
            <a:srgbClr val="10B981">
              <a:alpha val="18000"/>
            </a:srgbClr>
          </a:solidFill>
          <a:ln>
            <a:noFill/>
          </a:ln>
          <a:extLst>
            <a:ext uri="https://slidify.dev/2026/recipe">
              <ns4:recipeId xmlns:ns4="https://slidify.dev/2026/recipe">data.delta-badge.bg</ns4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extLst>
            <a:ext uri="https://slidify.dev/2026/recipe">
              <ns5:recipeId xmlns:ns5="https://slidify.dev/2026/recipe">data.delta-badge.label</ns5:recipeId>
            </a:ext>
          </a:extLst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10B981"/>
                </a:solidFill>
                <a:latin typeface="Inter"/>
              </a:rPr>
              <a:t>▲ 87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  <a:extLst>
            <a:ext uri="https://slidify.dev/2026/recipe">
              <ns0:recipeId xmlns:ns0="https://slidify.dev/2026/recipe">slide-background</ns0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extLst>
            <a:ext uri="https://slidify.dev/2026/recipe">
              <ns1:recipeId xmlns:ns1="https://slidify.dev/2026/recipe">slot.eyebrow.text</ns1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0E1A"/>
          </a:solidFill>
          <a:ln>
            <a:noFill/>
          </a:ln>
          <a:extLst>
            <a:ext uri="https://slidify.dev/2026/recipe">
              <ns2:recipeId xmlns:ns2="https://slidify.dev/2026/recipe">surface.shape-fill</ns2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0" y="0"/>
            <a:ext cx="12192000" cy="6858000"/>
          </a:xfrm>
          <a:prstGeom prst="roundRect">
            <a:avLst/>
          </a:prstGeom>
          <a:solidFill>
            <a:srgbClr val="10B981">
              <a:alpha val="18000"/>
            </a:srgbClr>
          </a:solidFill>
          <a:ln>
            <a:noFill/>
          </a:ln>
          <a:extLst>
            <a:ext uri="https://slidify.dev/2026/recipe">
              <ns3:recipeId xmlns:ns3="https://slidify.dev/2026/recipe">data.delta-badge.bg</ns3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extLst>
            <a:ext uri="https://slidify.dev/2026/recipe">
              <ns4:recipeId xmlns:ns4="https://slidify.dev/2026/recipe">data.delta-badge.label</ns4:recipeId>
            </a:ext>
          </a:extLst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10B981"/>
                </a:solidFill>
                <a:latin typeface="Inter"/>
              </a:rPr>
              <a:t>▲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  <a:extLst>
            <a:ext uri="https://slidify.dev/2026/recipe">
              <ns0:recipeId xmlns:ns0="https://slidify.dev/2026/recipe">slide-background</ns0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2667000" cy="2667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000" y="0"/>
                </a:moveTo>
                <a:cubicBezTo>
                  <a:pt x="72751" y="0"/>
                  <a:pt x="92771" y="15529"/>
                  <a:pt x="98429" y="37566"/>
                </a:cubicBezTo>
                <a:cubicBezTo>
                  <a:pt x="104087" y="59602"/>
                  <a:pt x="94025" y="82855"/>
                  <a:pt x="74088" y="93815"/>
                </a:cubicBezTo>
                <a:lnTo>
                  <a:pt x="64934" y="77166"/>
                </a:lnTo>
                <a:cubicBezTo>
                  <a:pt x="77295" y="70370"/>
                  <a:pt x="83534" y="55953"/>
                  <a:pt x="80026" y="42291"/>
                </a:cubicBezTo>
                <a:cubicBezTo>
                  <a:pt x="76518" y="28628"/>
                  <a:pt x="64106" y="19000"/>
                  <a:pt x="50000" y="19000"/>
                </a:cubicBezTo>
                <a:close/>
              </a:path>
            </a:pathLst>
          </a:custGeom>
          <a:solidFill>
            <a:srgbClr val="A78BFA"/>
          </a:solidFill>
          <a:extLst>
            <a:ext uri="https://slidify.dev/2026/recipe">
              <ns1:recipeId xmlns:ns1="https://slidify.dev/2026/recipe">data.donut.segment-1</ns1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762000"/>
            <a:ext cx="2667000" cy="2667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74088" y="93815"/>
                </a:moveTo>
                <a:cubicBezTo>
                  <a:pt x="61037" y="100990"/>
                  <a:pt x="45441" y="101971"/>
                  <a:pt x="31594" y="96489"/>
                </a:cubicBezTo>
                <a:cubicBezTo>
                  <a:pt x="17747" y="91006"/>
                  <a:pt x="7049" y="79615"/>
                  <a:pt x="2447" y="65451"/>
                </a:cubicBezTo>
                <a:lnTo>
                  <a:pt x="20517" y="59580"/>
                </a:lnTo>
                <a:cubicBezTo>
                  <a:pt x="23371" y="68361"/>
                  <a:pt x="30003" y="75424"/>
                  <a:pt x="38588" y="78823"/>
                </a:cubicBezTo>
                <a:cubicBezTo>
                  <a:pt x="47173" y="82222"/>
                  <a:pt x="56843" y="81614"/>
                  <a:pt x="64934" y="77166"/>
                </a:cubicBezTo>
                <a:close/>
              </a:path>
            </a:pathLst>
          </a:custGeom>
          <a:solidFill>
            <a:srgbClr val="60A5FA"/>
          </a:solidFill>
          <a:extLst>
            <a:ext uri="https://slidify.dev/2026/recipe">
              <ns2:recipeId xmlns:ns2="https://slidify.dev/2026/recipe">data.donut.segment-2</ns2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2667000" cy="2667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447" y="65451"/>
                </a:moveTo>
                <a:cubicBezTo>
                  <a:pt x="-3528" y="47062"/>
                  <a:pt x="1678" y="26788"/>
                  <a:pt x="15773" y="13552"/>
                </a:cubicBezTo>
                <a:lnTo>
                  <a:pt x="28779" y="27402"/>
                </a:lnTo>
                <a:cubicBezTo>
                  <a:pt x="20040" y="35608"/>
                  <a:pt x="16813" y="48178"/>
                  <a:pt x="20517" y="59580"/>
                </a:cubicBezTo>
                <a:close/>
              </a:path>
            </a:pathLst>
          </a:custGeom>
          <a:solidFill>
            <a:srgbClr val="F472B6"/>
          </a:solidFill>
          <a:extLst>
            <a:ext uri="https://slidify.dev/2026/recipe">
              <ns3:recipeId xmlns:ns3="https://slidify.dev/2026/recipe">data.donut.segment-3</ns3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2000" y="762000"/>
            <a:ext cx="2667000" cy="2667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5773" y="13552"/>
                </a:moveTo>
                <a:cubicBezTo>
                  <a:pt x="25040" y="4849"/>
                  <a:pt x="37287" y="0"/>
                  <a:pt x="50000" y="0"/>
                </a:cubicBezTo>
                <a:lnTo>
                  <a:pt x="50000" y="19000"/>
                </a:lnTo>
                <a:cubicBezTo>
                  <a:pt x="42118" y="19000"/>
                  <a:pt x="34525" y="22006"/>
                  <a:pt x="28779" y="27402"/>
                </a:cubicBezTo>
                <a:close/>
              </a:path>
            </a:pathLst>
          </a:custGeom>
          <a:solidFill>
            <a:srgbClr val="34D399"/>
          </a:solidFill>
          <a:extLst>
            <a:ext uri="https://slidify.dev/2026/recipe">
              <ns4:recipeId xmlns:ns4="https://slidify.dev/2026/recipe">data.donut.segment-4</ns4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68730" y="1268730"/>
            <a:ext cx="1653540" cy="1653540"/>
          </a:xfrm>
          <a:prstGeom prst="ellipse">
            <a:avLst/>
          </a:prstGeom>
          <a:solidFill>
            <a:srgbClr val="070710"/>
          </a:solidFill>
          <a:ln>
            <a:noFill/>
          </a:ln>
          <a:extLst>
            <a:ext uri="https://slidify.dev/2026/recipe">
              <ns5:recipeId xmlns:ns5="https://slidify.dev/2026/recipe">data.donut.hole</ns5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000500" y="762000"/>
            <a:ext cx="2413000" cy="283029"/>
          </a:xfrm>
          <a:prstGeom prst="roundRect">
            <a:avLst/>
          </a:prstGeom>
          <a:solidFill>
            <a:srgbClr val="A78BFA"/>
          </a:solidFill>
          <a:ln>
            <a:noFill/>
          </a:ln>
          <a:extLst>
            <a:ext uri="https://slidify.dev/2026/recipe">
              <ns6:recipeId xmlns:ns6="https://slidify.dev/2026/recipe">data.bar.bar-1</ns6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000500" y="1159329"/>
            <a:ext cx="3152468" cy="283029"/>
          </a:xfrm>
          <a:prstGeom prst="roundRect">
            <a:avLst/>
          </a:prstGeom>
          <a:solidFill>
            <a:srgbClr val="A78BFA"/>
          </a:solidFill>
          <a:ln>
            <a:noFill/>
          </a:ln>
          <a:extLst>
            <a:ext uri="https://slidify.dev/2026/recipe">
              <ns7:recipeId xmlns:ns7="https://slidify.dev/2026/recipe">data.bar.bar-2</ns7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000500" y="1556657"/>
            <a:ext cx="1829210" cy="283029"/>
          </a:xfrm>
          <a:prstGeom prst="roundRect">
            <a:avLst/>
          </a:prstGeom>
          <a:solidFill>
            <a:srgbClr val="A78BFA"/>
          </a:solidFill>
          <a:ln>
            <a:noFill/>
          </a:ln>
          <a:extLst>
            <a:ext uri="https://slidify.dev/2026/recipe">
              <ns8:recipeId xmlns:ns8="https://slidify.dev/2026/recipe">data.bar.bar-3</ns8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000500" y="1953986"/>
            <a:ext cx="3619500" cy="283029"/>
          </a:xfrm>
          <a:prstGeom prst="roundRect">
            <a:avLst/>
          </a:prstGeom>
          <a:solidFill>
            <a:srgbClr val="A78BFA"/>
          </a:solidFill>
          <a:ln>
            <a:noFill/>
          </a:ln>
          <a:extLst>
            <a:ext uri="https://slidify.dev/2026/recipe">
              <ns9:recipeId xmlns:ns9="https://slidify.dev/2026/recipe">data.bar.bar-4</ns9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000500" y="2351314"/>
            <a:ext cx="2763274" cy="283029"/>
          </a:xfrm>
          <a:prstGeom prst="roundRect">
            <a:avLst/>
          </a:prstGeom>
          <a:solidFill>
            <a:srgbClr val="A78BFA"/>
          </a:solidFill>
          <a:ln>
            <a:noFill/>
          </a:ln>
          <a:extLst>
            <a:ext uri="https://slidify.dev/2026/recipe">
              <ns10:recipeId xmlns:ns10="https://slidify.dev/2026/recipe">data.bar.bar-5</ns10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000500" y="2748643"/>
            <a:ext cx="2257323" cy="283029"/>
          </a:xfrm>
          <a:prstGeom prst="roundRect">
            <a:avLst/>
          </a:prstGeom>
          <a:solidFill>
            <a:srgbClr val="A78BFA"/>
          </a:solidFill>
          <a:ln>
            <a:noFill/>
          </a:ln>
          <a:extLst>
            <a:ext uri="https://slidify.dev/2026/recipe">
              <ns11:recipeId xmlns:ns11="https://slidify.dev/2026/recipe">data.bar.bar-6</ns11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000500" y="3145971"/>
            <a:ext cx="3269226" cy="283029"/>
          </a:xfrm>
          <a:prstGeom prst="roundRect">
            <a:avLst/>
          </a:prstGeom>
          <a:solidFill>
            <a:srgbClr val="A78BFA"/>
          </a:solidFill>
          <a:ln>
            <a:noFill/>
          </a:ln>
          <a:extLst>
            <a:ext uri="https://slidify.dev/2026/recipe">
              <ns12:recipeId xmlns:ns12="https://slidify.dev/2026/recipe">data.bar.bar-7</ns12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gradFill flip="none" rotWithShape="1">
            <a:gsLst>
              <a:gs pos="0">
                <a:srgbClr val="60A5FA"/>
              </a:gs>
              <a:gs pos="16667">
                <a:srgbClr val="60A5FA">
                  <a:alpha val="83333"/>
                </a:srgbClr>
              </a:gs>
              <a:gs pos="33333">
                <a:srgbClr val="60A5FA">
                  <a:alpha val="66667"/>
                </a:srgbClr>
              </a:gs>
              <a:gs pos="50000">
                <a:srgbClr val="60A5FA">
                  <a:alpha val="50000"/>
                </a:srgbClr>
              </a:gs>
              <a:gs pos="66667">
                <a:srgbClr val="60A5FA">
                  <a:alpha val="33333"/>
                </a:srgbClr>
              </a:gs>
              <a:gs pos="83333">
                <a:srgbClr val="60A5FA">
                  <a:alpha val="16667"/>
                </a:srgbClr>
              </a:gs>
              <a:gs pos="100000">
                <a:srgbClr val="60A5FA">
                  <a:alpha val="0"/>
                </a:srgbClr>
              </a:gs>
            </a:gsLst>
            <a:lin ang="5400000" scaled="0"/>
          </a:gradFill>
          <a:xfrm>
            <a:off x="8191500" y="1333500"/>
            <a:ext cx="3238500" cy="1524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9091" y="88235"/>
                </a:lnTo>
                <a:lnTo>
                  <a:pt x="18182" y="94118"/>
                </a:lnTo>
                <a:lnTo>
                  <a:pt x="27273" y="76471"/>
                </a:lnTo>
                <a:lnTo>
                  <a:pt x="36364" y="82353"/>
                </a:lnTo>
                <a:lnTo>
                  <a:pt x="45455" y="58824"/>
                </a:lnTo>
                <a:lnTo>
                  <a:pt x="54545" y="70588"/>
                </a:lnTo>
                <a:lnTo>
                  <a:pt x="63636" y="41176"/>
                </a:lnTo>
                <a:lnTo>
                  <a:pt x="72727" y="52941"/>
                </a:lnTo>
                <a:lnTo>
                  <a:pt x="81818" y="23529"/>
                </a:lnTo>
                <a:lnTo>
                  <a:pt x="90909" y="29412"/>
                </a:ln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extLst>
            <a:ext uri="https://slidify.dev/2026/recipe">
              <ns13:recipeId xmlns:ns13="https://slidify.dev/2026/recipe">data.sparkline.area</ns13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91500" y="1333500"/>
            <a:ext cx="3238500" cy="1524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9091" y="88235"/>
                </a:lnTo>
                <a:lnTo>
                  <a:pt x="18182" y="94118"/>
                </a:lnTo>
                <a:lnTo>
                  <a:pt x="27273" y="76471"/>
                </a:lnTo>
                <a:lnTo>
                  <a:pt x="36364" y="82353"/>
                </a:lnTo>
                <a:lnTo>
                  <a:pt x="45455" y="58824"/>
                </a:lnTo>
                <a:lnTo>
                  <a:pt x="54545" y="70588"/>
                </a:lnTo>
                <a:lnTo>
                  <a:pt x="63636" y="41176"/>
                </a:lnTo>
                <a:lnTo>
                  <a:pt x="72727" y="52941"/>
                </a:lnTo>
                <a:lnTo>
                  <a:pt x="81818" y="23529"/>
                </a:lnTo>
                <a:lnTo>
                  <a:pt x="90909" y="29412"/>
                </a:lnTo>
                <a:lnTo>
                  <a:pt x="100000" y="0"/>
                </a:lnTo>
              </a:path>
            </a:pathLst>
          </a:custGeom>
          <a:noFill/>
          <a:ln w="19050" cap="rnd">
            <a:solidFill>
              <a:srgbClr val="60A5FA"/>
            </a:solidFill>
            <a:round/>
          </a:ln>
          <a:extLst>
            <a:ext uri="https://slidify.dev/2026/recipe">
              <ns14:recipeId xmlns:ns14="https://slidify.dev/2026/recipe">data.sparkline.line</ns14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91900" y="1295400"/>
            <a:ext cx="76200" cy="76200"/>
          </a:xfrm>
          <a:prstGeom prst="ellipse">
            <a:avLst/>
          </a:prstGeom>
          <a:solidFill>
            <a:srgbClr val="60A5FA"/>
          </a:solidFill>
          <a:ln>
            <a:noFill/>
          </a:ln>
          <a:extLst>
            <a:ext uri="https://slidify.dev/2026/recipe">
              <ns15:recipeId xmlns:ns15="https://slidify.dev/2026/recipe">data.sparkline.last-marker</ns15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000" y="4686300"/>
            <a:ext cx="2495550" cy="209550"/>
          </a:xfrm>
          <a:prstGeom prst="rect">
            <a:avLst/>
          </a:prstGeom>
          <a:noFill/>
          <a:extLst>
            <a:ext uri="https://slidify.dev/2026/recipe">
              <ns16:recipeId xmlns:ns16="https://slidify.dev/2026/recipe">data.kpi-row.cell-1.label</ns16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MRR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4972050"/>
            <a:ext cx="2495550" cy="838200"/>
          </a:xfrm>
          <a:prstGeom prst="rect">
            <a:avLst/>
          </a:prstGeom>
          <a:noFill/>
          <a:extLst>
            <a:ext uri="https://slidify.dev/2026/recipe">
              <ns17:recipeId xmlns:ns17="https://slidify.dev/2026/recipe">data.kpi-row.cell-1.value</ns17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$2.4M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5886450"/>
            <a:ext cx="2495550" cy="209550"/>
          </a:xfrm>
          <a:prstGeom prst="rect">
            <a:avLst/>
          </a:prstGeom>
          <a:noFill/>
          <a:extLst>
            <a:ext uri="https://slidify.dev/2026/recipe">
              <ns18:recipeId xmlns:ns18="https://slidify.dev/2026/recipe">data.kpi-row.cell-1.delta</ns18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10B981"/>
                </a:solidFill>
                <a:latin typeface="Inter"/>
              </a:rPr>
              <a:t>+18%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71850" y="4191000"/>
            <a:ext cx="9525" cy="1905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0" y="100000"/>
                </a:lnTo>
              </a:path>
            </a:pathLst>
          </a:custGeom>
          <a:noFill/>
          <a:ln w="9525" cap="flat">
            <a:solidFill>
              <a:srgbClr val="FFFFFF"/>
            </a:solidFill>
            <a:miter/>
          </a:ln>
          <a:extLst>
            <a:ext uri="https://slidify.dev/2026/recipe">
              <ns19:recipeId xmlns:ns19="https://slidify.dev/2026/recipe">data.kpi-row.divider-1</ns19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86150" y="4686300"/>
            <a:ext cx="2495550" cy="209550"/>
          </a:xfrm>
          <a:prstGeom prst="rect">
            <a:avLst/>
          </a:prstGeom>
          <a:noFill/>
          <a:extLst>
            <a:ext uri="https://slidify.dev/2026/recipe">
              <ns20:recipeId xmlns:ns20="https://slidify.dev/2026/recipe">data.kpi-row.cell-2.label</ns20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NET RETENTION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86150" y="4972050"/>
            <a:ext cx="2495550" cy="838200"/>
          </a:xfrm>
          <a:prstGeom prst="rect">
            <a:avLst/>
          </a:prstGeom>
          <a:noFill/>
          <a:extLst>
            <a:ext uri="https://slidify.dev/2026/recipe">
              <ns21:recipeId xmlns:ns21="https://slidify.dev/2026/recipe">data.kpi-row.cell-2.value</ns21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127%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86150" y="5886450"/>
            <a:ext cx="2495550" cy="209550"/>
          </a:xfrm>
          <a:prstGeom prst="rect">
            <a:avLst/>
          </a:prstGeom>
          <a:noFill/>
          <a:extLst>
            <a:ext uri="https://slidify.dev/2026/recipe">
              <ns22:recipeId xmlns:ns22="https://slidify.dev/2026/recipe">data.kpi-row.cell-2.delta</ns22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10B981"/>
                </a:solidFill>
                <a:latin typeface="Inter"/>
              </a:rPr>
              <a:t>+4 pts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0" y="4191000"/>
            <a:ext cx="9525" cy="1905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0" y="100000"/>
                </a:lnTo>
              </a:path>
            </a:pathLst>
          </a:custGeom>
          <a:noFill/>
          <a:ln w="9525" cap="flat">
            <a:solidFill>
              <a:srgbClr val="FFFFFF"/>
            </a:solidFill>
            <a:miter/>
          </a:ln>
          <a:extLst>
            <a:ext uri="https://slidify.dev/2026/recipe">
              <ns23:recipeId xmlns:ns23="https://slidify.dev/2026/recipe">data.kpi-row.divider-2</ns23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0300" y="4686300"/>
            <a:ext cx="2495550" cy="209550"/>
          </a:xfrm>
          <a:prstGeom prst="rect">
            <a:avLst/>
          </a:prstGeom>
          <a:noFill/>
          <a:extLst>
            <a:ext uri="https://slidify.dev/2026/recipe">
              <ns24:recipeId xmlns:ns24="https://slidify.dev/2026/recipe">data.kpi-row.cell-3.label</ns24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LOGOS SHIPPED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0300" y="4972050"/>
            <a:ext cx="2495550" cy="838200"/>
          </a:xfrm>
          <a:prstGeom prst="rect">
            <a:avLst/>
          </a:prstGeom>
          <a:noFill/>
          <a:extLst>
            <a:ext uri="https://slidify.dev/2026/recipe">
              <ns25:recipeId xmlns:ns25="https://slidify.dev/2026/recipe">data.kpi-row.cell-3.value</ns25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241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0300" y="5886450"/>
            <a:ext cx="2495550" cy="209550"/>
          </a:xfrm>
          <a:prstGeom prst="rect">
            <a:avLst/>
          </a:prstGeom>
          <a:noFill/>
          <a:extLst>
            <a:ext uri="https://slidify.dev/2026/recipe">
              <ns26:recipeId xmlns:ns26="https://slidify.dev/2026/recipe">data.kpi-row.cell-3.delta</ns26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10B981"/>
                </a:solidFill>
                <a:latin typeface="Inter"/>
              </a:rPr>
              <a:t>+62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20150" y="4191000"/>
            <a:ext cx="9525" cy="1905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0" y="100000"/>
                </a:lnTo>
              </a:path>
            </a:pathLst>
          </a:custGeom>
          <a:noFill/>
          <a:ln w="9525" cap="flat">
            <a:solidFill>
              <a:srgbClr val="FFFFFF"/>
            </a:solidFill>
            <a:miter/>
          </a:ln>
          <a:extLst>
            <a:ext uri="https://slidify.dev/2026/recipe">
              <ns27:recipeId xmlns:ns27="https://slidify.dev/2026/recipe">data.kpi-row.divider-3</ns27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34450" y="4686300"/>
            <a:ext cx="2495550" cy="209550"/>
          </a:xfrm>
          <a:prstGeom prst="rect">
            <a:avLst/>
          </a:prstGeom>
          <a:noFill/>
          <a:extLst>
            <a:ext uri="https://slidify.dev/2026/recipe">
              <ns28:recipeId xmlns:ns28="https://slidify.dev/2026/recipe">data.kpi-row.cell-4.label</ns28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P95 LATENCY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34450" y="4972050"/>
            <a:ext cx="2495550" cy="838200"/>
          </a:xfrm>
          <a:prstGeom prst="rect">
            <a:avLst/>
          </a:prstGeom>
          <a:noFill/>
          <a:extLst>
            <a:ext uri="https://slidify.dev/2026/recipe">
              <ns29:recipeId xmlns:ns29="https://slidify.dev/2026/recipe">data.kpi-row.cell-4.value</ns29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94 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34450" y="5886450"/>
            <a:ext cx="2495550" cy="209550"/>
          </a:xfrm>
          <a:prstGeom prst="rect">
            <a:avLst/>
          </a:prstGeom>
          <a:noFill/>
          <a:extLst>
            <a:ext uri="https://slidify.dev/2026/recipe">
              <ns30:recipeId xmlns:ns30="https://slidify.dev/2026/recipe">data.kpi-row.cell-4.delta</ns30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10B981"/>
                </a:solidFill>
                <a:latin typeface="Inter"/>
              </a:rPr>
              <a:t>-11 ms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  <a:extLst>
            <a:ext uri="https://slidify.dev/2026/recipe">
              <ns0:recipeId xmlns:ns0="https://slidify.dev/2026/recipe">slide-background</ns0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extLst>
            <a:ext uri="https://slidify.dev/2026/recipe">
              <ns1:recipeId xmlns:ns1="https://slidify.dev/2026/recipe">slot.eyebrow.text</ns1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0" y="3429000"/>
            <a:ext cx="12192000" cy="95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100000" y="0"/>
                </a:lnTo>
              </a:path>
            </a:pathLst>
          </a:custGeom>
          <a:noFill/>
          <a:ln w="19050" cap="rnd">
            <a:solidFill>
              <a:srgbClr val="A1A1AA"/>
            </a:solidFill>
            <a:round/>
            <a:tailEnd type="triangle" w="med" len="med"/>
          </a:ln>
          <a:extLst>
            <a:ext uri="https://slidify.dev/2026/recipe">
              <ns2:recipeId xmlns:ns2="https://slidify.dev/2026/recipe">diagram.connector</ns2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  <a:extLst>
            <a:ext uri="https://slidify.dev/2026/recipe">
              <ns0:recipeId xmlns:ns0="https://slidify.dev/2026/recipe">slide-background</ns0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2000" cy="6858000"/>
          </a:xfrm>
          <a:prstGeom prst="roundRect">
            <a:avLst/>
          </a:prstGeom>
          <a:solidFill>
            <a:srgbClr val="0E0E1A"/>
          </a:solidFill>
          <a:ln>
            <a:noFill/>
          </a:ln>
          <a:extLst>
            <a:ext uri="https://slidify.dev/2026/recipe">
              <ns1:recipeId xmlns:ns1="https://slidify.dev/2026/recipe">slot.code.bg</ns1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228600"/>
            <a:ext cx="11734800" cy="6400800"/>
          </a:xfrm>
          <a:prstGeom prst="rect">
            <a:avLst/>
          </a:prstGeom>
          <a:noFill/>
          <a:extLst>
            <a:ext uri="https://slidify.dev/2026/recipe">
              <ns2:recipeId xmlns:ns2="https://slidify.dev/2026/recipe">slot.code.body</ns2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D4D4D8"/>
                </a:solidFill>
                <a:latin typeface="Consolas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  <a:extLst>
            <a:ext uri="https://slidify.dev/2026/recipe">
              <ns0:recipeId xmlns:ns0="https://slidify.dev/2026/recipe">slide-background</ns0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2000" cy="6858000"/>
          </a:xfrm>
          <a:prstGeom prst="roundRect">
            <a:avLst/>
          </a:prstGeom>
          <a:solidFill>
            <a:srgbClr val="0E0E1A"/>
          </a:solidFill>
          <a:ln>
            <a:noFill/>
          </a:ln>
          <a:extLst>
            <a:ext uri="https://slidify.dev/2026/recipe">
              <ns1:recipeId xmlns:ns1="https://slidify.dev/2026/recipe">chrome.window-frame.surface</ns1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266700"/>
          </a:xfrm>
          <a:prstGeom prst="rect">
            <a:avLst/>
          </a:prstGeom>
          <a:solidFill>
            <a:srgbClr val="16162A"/>
          </a:solidFill>
          <a:ln>
            <a:noFill/>
          </a:ln>
          <a:extLst>
            <a:ext uri="https://slidify.dev/2026/recipe">
              <ns2:recipeId xmlns:ns2="https://slidify.dev/2026/recipe">chrome.window-frame.titlebar</ns2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4300" y="76200"/>
            <a:ext cx="114300" cy="114300"/>
          </a:xfrm>
          <a:prstGeom prst="ellipse">
            <a:avLst/>
          </a:prstGeom>
          <a:solidFill>
            <a:srgbClr val="EF4444"/>
          </a:solidFill>
          <a:ln>
            <a:noFill/>
          </a:ln>
          <a:extLst>
            <a:ext uri="https://slidify.dev/2026/recipe">
              <ns3:recipeId xmlns:ns3="https://slidify.dev/2026/recipe">chrome.window-frame.dot-1</ns3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85750" y="76200"/>
            <a:ext cx="114300" cy="114300"/>
          </a:xfrm>
          <a:prstGeom prst="ellipse">
            <a:avLst/>
          </a:prstGeom>
          <a:solidFill>
            <a:srgbClr val="F59E0B"/>
          </a:solidFill>
          <a:ln>
            <a:noFill/>
          </a:ln>
          <a:extLst>
            <a:ext uri="https://slidify.dev/2026/recipe">
              <ns4:recipeId xmlns:ns4="https://slidify.dev/2026/recipe">chrome.window-frame.dot-2</ns4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57200" y="76200"/>
            <a:ext cx="114300" cy="114300"/>
          </a:xfrm>
          <a:prstGeom prst="ellipse">
            <a:avLst/>
          </a:prstGeom>
          <a:solidFill>
            <a:srgbClr val="10B981"/>
          </a:solidFill>
          <a:ln>
            <a:noFill/>
          </a:ln>
          <a:extLst>
            <a:ext uri="https://slidify.dev/2026/recipe">
              <ns5:recipeId xmlns:ns5="https://slidify.dev/2026/recipe">chrome.window-frame.dot-3</ns5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0"/>
            <a:ext cx="10668000" cy="266700"/>
          </a:xfrm>
          <a:prstGeom prst="rect">
            <a:avLst/>
          </a:prstGeom>
          <a:noFill/>
          <a:extLst>
            <a:ext uri="https://slidify.dev/2026/recipe">
              <ns6:recipeId xmlns:ns6="https://slidify.dev/2026/recipe">chrome.window-frame.url</ns6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app.slidify.io/dashboard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lnTo>
                  <a:pt x="100000" y="50000"/>
                </a:lnTo>
              </a:path>
            </a:pathLst>
          </a:custGeom>
          <a:noFill/>
          <a:ln w="14288" cap="rnd">
            <a:solidFill>
              <a:srgbClr val="D4D4D8"/>
            </a:solidFill>
            <a:miter/>
            <a:tailEnd type="triangle" w="med" len="med"/>
          </a:ln>
          <a:extLst>
            <a:ext uri="https://slidify.dev/2026/recipe">
              <ns7:recipeId xmlns:ns7="https://slidify.dev/2026/recipe">annotation.leader-line</ns7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lnTo>
                  <a:pt x="100000" y="50000"/>
                </a:lnTo>
              </a:path>
            </a:pathLst>
          </a:custGeom>
          <a:noFill/>
          <a:ln w="14288" cap="rnd">
            <a:solidFill>
              <a:srgbClr val="D4D4D8"/>
            </a:solidFill>
            <a:miter/>
            <a:tailEnd type="triangle" w="med" len="med"/>
          </a:ln>
          <a:extLst>
            <a:ext uri="https://slidify.dev/2026/recipe">
              <ns8:recipeId xmlns:ns8="https://slidify.dev/2026/recipe">annotation.leader-line</ns8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  <a:extLst>
            <a:ext uri="https://slidify.dev/2026/recipe">
              <ns0:recipeId xmlns:ns0="https://slidify.dev/2026/recipe">slide-background</ns0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2000" cy="6553200"/>
          </a:xfrm>
          <a:prstGeom prst="rect">
            <a:avLst/>
          </a:prstGeom>
          <a:noFill/>
          <a:extLst>
            <a:ext uri="https://slidify.dev/2026/recipe">
              <ns1:recipeId xmlns:ns1="https://slidify.dev/2026/recipe">slot.quote.body</ns1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0" i="0" u="none">
                <a:solidFill>
                  <a:srgbClr val="F5F5F7"/>
                </a:solidFill>
                <a:latin typeface="Inter"/>
              </a:rPr>
              <a:t>A deck that survives both copy edits and a board download — without raster fallback.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553200"/>
            <a:ext cx="12192000" cy="304800"/>
          </a:xfrm>
          <a:prstGeom prst="rect">
            <a:avLst/>
          </a:prstGeom>
          <a:noFill/>
          <a:extLst>
            <a:ext uri="https://slidify.dev/2026/recipe">
              <ns2:recipeId xmlns:ns2="https://slidify.dev/2026/recipe">slot.quote.attribution</ns2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Anonymous design partner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  <a:extLst>
            <a:ext uri="https://slidify.dev/2026/recipe">
              <ns0:recipeId xmlns:ns0="https://slidify.dev/2026/recipe">slide-background</ns0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extLst>
            <a:ext uri="https://slidify.dev/2026/recipe">
              <ns1:recipeId xmlns:ns1="https://slidify.dev/2026/recipe">slot.eyebrow.text</ns1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0" y="3429000"/>
            <a:ext cx="12192000" cy="9525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100000" y="0"/>
                </a:lnTo>
              </a:path>
            </a:pathLst>
          </a:custGeom>
          <a:noFill/>
          <a:ln w="19050" cap="rnd">
            <a:solidFill>
              <a:srgbClr val="A1A1AA"/>
            </a:solidFill>
            <a:round/>
            <a:tailEnd type="triangle" w="med" len="med"/>
          </a:ln>
          <a:extLst>
            <a:ext uri="https://slidify.dev/2026/recipe">
              <ns2:recipeId xmlns:ns2="https://slidify.dev/2026/recipe">diagram.connector</ns2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  <a:extLst>
            <a:ext uri="https://slidify.dev/2026/recipe">
              <ns0:recipeId xmlns:ns0="https://slidify.dev/2026/recipe">slide-background</ns0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extLst>
            <a:ext uri="https://slidify.dev/2026/recipe">
              <ns1:recipeId xmlns:ns1="https://slidify.dev/2026/recipe">slot.eyebrow.text</ns1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0E1A"/>
          </a:solidFill>
          <a:ln>
            <a:noFill/>
          </a:ln>
          <a:extLst>
            <a:ext uri="https://slidify.dev/2026/recipe">
              <ns2:recipeId xmlns:ns2="https://slidify.dev/2026/recipe">surface.shape-fill</ns2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  <a:extLst>
            <a:ext uri="https://slidify.dev/2026/recipe">
              <ns0:recipeId xmlns:ns0="https://slidify.dev/2026/recipe">slide-background</ns0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A78BFA">
                  <a:alpha val="32000"/>
                </a:srgbClr>
              </a:gs>
              <a:gs pos="16667">
                <a:srgbClr val="A78BFA">
                  <a:alpha val="26667"/>
                </a:srgbClr>
              </a:gs>
              <a:gs pos="33333">
                <a:srgbClr val="A78BFA">
                  <a:alpha val="21333"/>
                </a:srgbClr>
              </a:gs>
              <a:gs pos="50000">
                <a:srgbClr val="A78BFA">
                  <a:alpha val="16000"/>
                </a:srgbClr>
              </a:gs>
              <a:gs pos="66667">
                <a:srgbClr val="A78BFA">
                  <a:alpha val="10667"/>
                </a:srgbClr>
              </a:gs>
              <a:gs pos="83333">
                <a:srgbClr val="A78BFA">
                  <a:alpha val="5333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  <a:extLst>
            <a:ext uri="https://slidify.dev/2026/recipe">
              <ns1:recipeId xmlns:ns1="https://slidify.dev/2026/recipe">surface.radial-blob</ns1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ln>
            <a:noFill/>
          </a:ln>
          <a:noFill/>
          <a:extLst>
            <a:ext uri="https://slidify.dev/2026/recipe">
              <ns2:recipeId xmlns:ns2="https://slidify.dev/2026/recipe">surface.pattern-tile</ns2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6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21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37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52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67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82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98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113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128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143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159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Oval 48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Oval 48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Oval 48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174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Oval 48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Oval 48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Oval 49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Oval 49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Oval 50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Oval 50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Oval 51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Oval 51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Oval 51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Oval 51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Oval 51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Oval 52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Oval 52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Oval 52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Oval 52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189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Oval 52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Oval 52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Oval 52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Oval 52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Oval 52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Oval 52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Oval 53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Oval 53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Oval 53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Oval 53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Oval 53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Oval 53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Oval 53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Oval 53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Oval 53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Oval 53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Oval 54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Oval 54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Oval 54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Oval 54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Oval 54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Oval 54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Oval 54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Oval 54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Oval 54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Oval 54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Oval 55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Oval 55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Oval 55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Oval 55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Oval 55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Oval 55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Oval 55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Oval 55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Oval 55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Oval 55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Oval 56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Oval 56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Oval 56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Oval 56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204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Oval 56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Oval 56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Oval 56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Oval 56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Oval 56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Oval 56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Oval 57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Oval 57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Oval 57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Oval 57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Oval 57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Oval 57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Oval 57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Oval 57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Oval 57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Oval 57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Oval 58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Oval 58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Oval 58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Oval 58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Oval 58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Oval 58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Oval 58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Oval 58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Oval 58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Oval 58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Oval 59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Oval 59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Oval 59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Oval 59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Oval 59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Oval 59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Oval 59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Oval 59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Oval 59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Oval 59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Oval 60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Oval 60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Oval 60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Oval 60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220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Oval 60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Oval 60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Oval 60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Oval 60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Oval 60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Oval 60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Oval 61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Oval 61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Oval 61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Oval 61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Oval 61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Oval 61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Oval 61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Oval 61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Oval 61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Oval 61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Oval 62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Oval 62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Oval 62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Oval 62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Oval 62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Oval 62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Oval 62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Oval 62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Oval 62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Oval 62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Oval 63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Oval 63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Oval 63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Oval 63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Oval 63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Oval 63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Oval 63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Oval 63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Oval 63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Oval 63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Oval 64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Oval 64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Oval 64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Oval 64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235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Oval 64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Oval 64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Oval 64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Oval 64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Oval 64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Oval 64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Oval 65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Oval 65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Oval 65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Oval 65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Oval 65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Oval 65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Oval 65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Oval 65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Oval 65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Oval 65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Oval 66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Oval 66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Oval 66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Oval 66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Oval 66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Oval 66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Oval 66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Oval 66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Oval 66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Oval 66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Oval 67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Oval 67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Oval 67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Oval 67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Oval 67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Oval 67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Oval 67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Oval 67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Oval 67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Oval 67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Oval 68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Oval 68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Oval 68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Oval 68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250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Oval 68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Oval 68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Oval 68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Oval 68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Oval 68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Oval 68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Oval 69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Oval 69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Oval 69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Oval 69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Oval 69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Oval 69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Oval 69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Oval 69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Oval 69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Oval 69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Oval 70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Oval 70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Oval 70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Oval 70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Oval 70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Oval 70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Oval 70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Oval 70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Oval 70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Oval 70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Oval 71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Oval 71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Oval 71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Oval 71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Oval 71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Oval 71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Oval 71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Oval 71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Oval 71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Oval 71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Oval 72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Oval 72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Oval 72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Oval 72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265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Oval 72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Oval 72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Oval 72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Oval 72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Oval 72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Oval 72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Oval 73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Oval 73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Oval 73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Oval 73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Oval 73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Oval 73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Oval 73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Oval 73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Oval 73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Oval 73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Oval 74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Oval 74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Oval 74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Oval 74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Oval 74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Oval 74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Oval 74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Oval 74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Oval 74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Oval 74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Oval 75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Oval 75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Oval 75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Oval 75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Oval 75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Oval 75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Oval 75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Oval 75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Oval 75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Oval 75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Oval 76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Oval 76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Oval 76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Oval 76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280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Oval 76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Oval 76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Oval 76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Oval 76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Oval 76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Oval 76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Oval 77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Oval 77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Oval 77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Oval 77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Oval 77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Oval 77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Oval 77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Oval 77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Oval 77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Oval 77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Oval 78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Oval 78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Oval 78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Oval 78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Oval 78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Oval 78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Oval 78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Oval 78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Oval 78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Oval 78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Oval 79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Oval 79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Oval 79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Oval 79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Oval 79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Oval 79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Oval 79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Oval 79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Oval 79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Oval 79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Oval 80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Oval 80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Oval 80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Oval 80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296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Oval 80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Oval 80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Oval 80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Oval 80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Oval 80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Oval 80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Oval 81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Oval 81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Oval 81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Oval 81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Oval 81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Oval 81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Oval 81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Oval 81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Oval 81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Oval 81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Oval 82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Oval 82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Oval 82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Oval 82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Oval 82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Oval 82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Oval 82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Oval 82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Oval 82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Oval 82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Oval 83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Oval 83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Oval 83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Oval 83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Oval 83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Oval 83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Oval 83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Oval 83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Oval 83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Oval 83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Oval 84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Oval 84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Oval 84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Oval 84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3114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Oval 84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Oval 84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Oval 84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Oval 84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Oval 84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Oval 84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Oval 85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Oval 85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Oval 85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Oval 85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Oval 85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Oval 85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Oval 85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Oval 85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Oval 85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Oval 85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Oval 86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Oval 86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Oval 86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Oval 86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Oval 86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Oval 86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Oval 86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Oval 86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Oval 86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Oval 86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Oval 87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Oval 87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Oval 87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Oval 87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Oval 87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Oval 87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Oval 87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Oval 87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Oval 87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Oval 87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Oval 88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Oval 88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Oval 88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Oval 88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3267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Oval 88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Oval 88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Oval 88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Oval 88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Oval 88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Oval 88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Oval 89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Oval 89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Oval 89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Oval 89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Oval 89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Oval 89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Oval 89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Oval 89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Oval 89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Oval 89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Oval 90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Oval 90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Oval 90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Oval 90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Oval 90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Oval 90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Oval 90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Oval 90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Oval 90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Oval 90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Oval 91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Oval 91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Oval 91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Oval 91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Oval 91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Oval 91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Oval 91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Oval 91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Oval 91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Oval 91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Oval 92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Oval 92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Oval 92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Oval 92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3419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Oval 92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Oval 92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Oval 92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Oval 92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Oval 92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Oval 92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Oval 93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Oval 93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Oval 93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Oval 93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Oval 93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Oval 93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Oval 93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Oval 93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Oval 93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Oval 93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Oval 94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Oval 94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Oval 94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Oval 94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Oval 94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Oval 94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Oval 94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Oval 94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Oval 94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Oval 94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Oval 95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Oval 95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Oval 95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Oval 95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Oval 95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Oval 95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Oval 95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Oval 95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Oval 95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Oval 95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Oval 96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Oval 96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Oval 96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Oval 96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3571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Oval 96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Oval 96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Oval 96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Oval 96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Oval 96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Oval 96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Oval 97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Oval 97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" name="Oval 97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Oval 97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5" name="Oval 97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6" name="Oval 97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7" name="Oval 97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8" name="Oval 97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9" name="Oval 97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0" name="Oval 97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1" name="Oval 98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2" name="Oval 98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Oval 98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4" name="Oval 98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5" name="Oval 98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6" name="Oval 98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7" name="Oval 98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8" name="Oval 98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9" name="Oval 98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Oval 98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1" name="Oval 99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2" name="Oval 99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Oval 99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4" name="Oval 99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5" name="Oval 99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Oval 99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7" name="Oval 99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8" name="Oval 99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Oval 99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" name="Oval 99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Oval 100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Oval 100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Oval 100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4" name="Oval 100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3724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Oval 100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Oval 100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Oval 100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Oval 100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9" name="Oval 100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Oval 100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Oval 101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2" name="Oval 101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3" name="Oval 101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Oval 101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Oval 101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Oval 101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Oval 101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Oval 101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Oval 101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Oval 101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Oval 102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2" name="Oval 102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Oval 102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Oval 102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Oval 102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Oval 102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7" name="Oval 102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8" name="Oval 102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Oval 102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Oval 102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1" name="Oval 103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Oval 103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3" name="Oval 103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Oval 103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Oval 103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Oval 103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Oval 103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Oval 103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Oval 103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0" name="Oval 103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1" name="Oval 104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Oval 104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3" name="Oval 104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Oval 104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3876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Oval 104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6" name="Oval 104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Oval 104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Oval 104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Oval 104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0" name="Oval 104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Oval 105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2" name="Oval 105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Oval 105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Oval 105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Oval 105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Oval 105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Oval 105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Oval 105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9" name="Oval 105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Oval 105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1" name="Oval 106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Oval 106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Oval 106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4" name="Oval 106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5" name="Oval 106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Oval 106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Oval 106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8" name="Oval 106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Oval 106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Oval 106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1" name="Oval 107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Oval 107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3" name="Oval 107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Oval 107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Oval 107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Oval 107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Oval 107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Oval 107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Oval 107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Oval 107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Oval 108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Oval 108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Oval 108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Oval 108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4029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Oval 108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Oval 108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Oval 108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Oval 108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9" name="Oval 108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Oval 108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Oval 109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2" name="Oval 109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Oval 109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Oval 109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5" name="Oval 109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Oval 109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Oval 109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Oval 109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Oval 109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Oval 109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Oval 110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Oval 110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Oval 110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4" name="Oval 110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Oval 110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Oval 110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Oval 110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Oval 110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Oval 110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0" name="Oval 110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Oval 111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Oval 111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3" name="Oval 111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4" name="Oval 111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Oval 111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Oval 111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Oval 111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Oval 111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Oval 111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Oval 111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Oval 112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Oval 112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Oval 112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Oval 112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4181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Oval 112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Oval 112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Oval 112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Oval 112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9" name="Oval 112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Oval 112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Oval 113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Oval 113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Oval 113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Oval 113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Oval 113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Oval 113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Oval 113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8" name="Oval 113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9" name="Oval 113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Oval 113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Oval 114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Oval 114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Oval 114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Oval 114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Oval 114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Oval 114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Oval 114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Oval 114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Oval 114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Oval 114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Oval 115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Oval 115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Oval 115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Oval 115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5" name="Oval 115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Oval 115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Oval 115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Oval 115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Oval 115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Oval 115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1" name="Oval 116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Oval 116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Oval 116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Oval 116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4333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Oval 116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Oval 116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7" name="Oval 116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Oval 116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Oval 116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Oval 116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Oval 117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Oval 117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3" name="Oval 117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Oval 117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Oval 117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Oval 117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Oval 117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Oval 117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Oval 117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Oval 117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Oval 118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Oval 118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Oval 118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Oval 118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Oval 118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Oval 118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Oval 118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Oval 118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Oval 118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Oval 118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1" name="Oval 119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Oval 119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Oval 119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Oval 119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5" name="Oval 119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Oval 119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7" name="Oval 119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Oval 119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Oval 119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Oval 119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Oval 120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Oval 120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Oval 120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Oval 120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4486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Oval 120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Oval 120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Oval 120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Oval 120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Oval 120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Oval 120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Oval 121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Oval 121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Oval 121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Oval 121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Oval 121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Oval 121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Oval 121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Oval 121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Oval 121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Oval 121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Oval 122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Oval 122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Oval 122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Oval 122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Oval 122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Oval 122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Oval 122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8" name="Oval 122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Oval 122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Oval 122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Oval 123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Oval 123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Oval 123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4" name="Oval 123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Oval 123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Oval 123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7" name="Oval 123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Oval 123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Oval 123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Oval 123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Oval 124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Oval 124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3" name="Oval 124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Oval 124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4638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Oval 124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Oval 124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Oval 124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Oval 124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Oval 124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Oval 124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Oval 125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Oval 125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Oval 125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Oval 125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Oval 125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Oval 125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Oval 125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Oval 125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Oval 125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Oval 125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Oval 126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Oval 126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Oval 126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Oval 126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Oval 126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Oval 126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Oval 126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Oval 126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Oval 126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Oval 126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1" name="Oval 127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Oval 127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Oval 127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Oval 127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Oval 127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Oval 127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7" name="Oval 127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Oval 127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Oval 127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Oval 127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Oval 128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Oval 128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3" name="Oval 128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Oval 128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4791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Oval 128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Oval 128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Oval 128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Oval 128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9" name="Oval 128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Oval 128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Oval 129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Oval 129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Oval 129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Oval 129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5" name="Oval 129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Oval 129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Oval 129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8" name="Oval 129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Oval 129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Oval 129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Oval 130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Oval 130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Oval 130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Oval 130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Oval 130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Oval 130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7" name="Oval 130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Oval 130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Oval 130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0" name="Oval 130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Oval 131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Oval 131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Oval 131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Oval 131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Oval 131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Oval 131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Oval 131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Oval 131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Oval 131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Oval 131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Oval 132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Oval 132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Oval 132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Oval 132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4943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Oval 132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Oval 132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Oval 132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8" name="Oval 132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9" name="Oval 132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Oval 132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1" name="Oval 133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2" name="Oval 133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Oval 133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Oval 133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Oval 133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Oval 133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Oval 133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Oval 133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Oval 133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Oval 133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Oval 134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Oval 134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Oval 134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Oval 134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Oval 134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Oval 134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Oval 134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8" name="Oval 134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Oval 134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0" name="Oval 134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1" name="Oval 135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Oval 135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3" name="Oval 135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Oval 135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Oval 135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6" name="Oval 135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Oval 135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Oval 135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9" name="Oval 135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0" name="Oval 135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Oval 136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2" name="Oval 136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3" name="Oval 136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Oval 136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5095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5" name="Oval 136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6" name="Oval 136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Oval 136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8" name="Oval 136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9" name="Oval 136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Oval 136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1" name="Oval 137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2" name="Oval 137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Oval 137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4" name="Oval 137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5" name="Oval 137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Oval 137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7" name="Oval 137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8" name="Oval 137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Oval 137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0" name="Oval 137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1" name="Oval 138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Oval 138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3" name="Oval 138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4" name="Oval 138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Oval 138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6" name="Oval 138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7" name="Oval 138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Oval 138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9" name="Oval 138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0" name="Oval 138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Oval 139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2" name="Oval 139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3" name="Oval 139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4" name="Oval 139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Oval 139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6" name="Oval 139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7" name="Oval 139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Oval 139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9" name="Oval 139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0" name="Oval 139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Oval 140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2" name="Oval 140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3" name="Oval 140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Oval 140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5248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5" name="Oval 140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6" name="Oval 140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Oval 140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8" name="Oval 140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9" name="Oval 140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Oval 140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1" name="Oval 141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2" name="Oval 141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Oval 141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4" name="Oval 141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5" name="Oval 141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Oval 141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7" name="Oval 141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8" name="Oval 141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Oval 141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0" name="Oval 141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1" name="Oval 142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Oval 142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3" name="Oval 142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4" name="Oval 142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Oval 142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6" name="Oval 142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7" name="Oval 142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Oval 142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9" name="Oval 142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0" name="Oval 142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Oval 143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2" name="Oval 143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3" name="Oval 143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Oval 143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5" name="Oval 143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6" name="Oval 143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Oval 143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8" name="Oval 143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9" name="Oval 143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0" name="Oval 143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Oval 144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2" name="Oval 144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3" name="Oval 144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Oval 144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5400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5" name="Oval 144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6" name="Oval 144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Oval 144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8" name="Oval 144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9" name="Oval 144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Oval 144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1" name="Oval 145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2" name="Oval 145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Oval 145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4" name="Oval 145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5" name="Oval 145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Oval 145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7" name="Oval 145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8" name="Oval 145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Oval 145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0" name="Oval 145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1" name="Oval 146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Oval 146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3" name="Oval 146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4" name="Oval 146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5" name="Oval 146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Oval 146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7" name="Oval 146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8" name="Oval 146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Oval 146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0" name="Oval 146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1" name="Oval 147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Oval 147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3" name="Oval 147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4" name="Oval 147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5" name="Oval 147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6" name="Oval 147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7" name="Oval 147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8" name="Oval 147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9" name="Oval 147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0" name="Oval 147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1" name="Oval 148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2" name="Oval 148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3" name="Oval 148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4" name="Oval 148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5553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5" name="Oval 148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6" name="Oval 148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7" name="Oval 148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8" name="Oval 148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9" name="Oval 148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0" name="Oval 148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1" name="Oval 149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2" name="Oval 149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3" name="Oval 149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4" name="Oval 149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5" name="Oval 149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6" name="Oval 149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7" name="Oval 149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8" name="Oval 149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9" name="Oval 149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0" name="Oval 149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1" name="Oval 150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2" name="Oval 150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3" name="Oval 150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4" name="Oval 150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5" name="Oval 150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Oval 150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7" name="Oval 150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8" name="Oval 150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Oval 150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0" name="Oval 150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1" name="Oval 151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Oval 151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3" name="Oval 151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4" name="Oval 151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Oval 151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6" name="Oval 151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7" name="Oval 151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Oval 151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9" name="Oval 151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0" name="Oval 151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Oval 152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2" name="Oval 152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3" name="Oval 152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4" name="Oval 152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5705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5" name="Oval 152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6" name="Oval 152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7" name="Oval 152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8" name="Oval 152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9" name="Oval 152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0" name="Oval 152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1" name="Oval 153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2" name="Oval 153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3" name="Oval 153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4" name="Oval 153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5" name="Oval 153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" name="Oval 153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" name="Oval 153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" name="Oval 153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Oval 153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" name="Oval 153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1" name="Oval 154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Oval 154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3" name="Oval 154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4" name="Oval 154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5" name="Oval 154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6" name="Oval 154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7" name="Oval 154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8" name="Oval 154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9" name="Oval 154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0" name="Oval 154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1" name="Oval 155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2" name="Oval 155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3" name="Oval 155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4" name="Oval 155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5" name="Oval 155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6" name="Oval 155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7" name="Oval 155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8" name="Oval 155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9" name="Oval 155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0" name="Oval 155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1" name="Oval 156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2" name="Oval 156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3" name="Oval 156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4" name="Oval 156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5857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5" name="Oval 156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6" name="Oval 156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7" name="Oval 156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8" name="Oval 156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9" name="Oval 156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0" name="Oval 156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1" name="Oval 157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2" name="Oval 157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3" name="Oval 157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4" name="Oval 157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5" name="Oval 157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6" name="Oval 157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7" name="Oval 157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8" name="Oval 157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9" name="Oval 157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0" name="Oval 157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1" name="Oval 158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2" name="Oval 158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3" name="Oval 158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4" name="Oval 158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Oval 158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6" name="Oval 158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7" name="Oval 158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Oval 158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9" name="Oval 158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0" name="Oval 158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1" name="Oval 159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2" name="Oval 159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3" name="Oval 159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4" name="Oval 159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5" name="Oval 159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6" name="Oval 159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7" name="Oval 159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8" name="Oval 159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9" name="Oval 159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0" name="Oval 159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1" name="Oval 160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2" name="Oval 160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3" name="Oval 160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4" name="Oval 160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6010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5" name="Oval 160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6" name="Oval 160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7" name="Oval 160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8" name="Oval 160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9" name="Oval 160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0" name="Oval 160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1" name="Oval 161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2" name="Oval 161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3" name="Oval 161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4" name="Oval 161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5" name="Oval 161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6" name="Oval 161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7" name="Oval 161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8" name="Oval 161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Oval 161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0" name="Oval 161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1" name="Oval 162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Oval 162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3" name="Oval 162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4" name="Oval 162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Oval 162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6" name="Oval 162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7" name="Oval 162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Oval 162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9" name="Oval 162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0" name="Oval 162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Oval 163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2" name="Oval 163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3" name="Oval 163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Oval 163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5" name="Oval 163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6" name="Oval 163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Oval 163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8" name="Oval 163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9" name="Oval 163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0" name="Oval 163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1" name="Oval 164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2" name="Oval 164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3" name="Oval 164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4" name="Oval 164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61626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5" name="Oval 164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6" name="Oval 164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7" name="Oval 164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8" name="Oval 164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9" name="Oval 164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0" name="Oval 164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1" name="Oval 165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2" name="Oval 165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3" name="Oval 165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4" name="Oval 165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5" name="Oval 165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6" name="Oval 165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7" name="Oval 165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8" name="Oval 165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9" name="Oval 165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0" name="Oval 165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1" name="Oval 166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2" name="Oval 166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3" name="Oval 166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4" name="Oval 166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5" name="Oval 166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6" name="Oval 166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7" name="Oval 166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8" name="Oval 166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9" name="Oval 166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0" name="Oval 166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1" name="Oval 167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2" name="Oval 167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3" name="Oval 167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4" name="Oval 167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5" name="Oval 167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6" name="Oval 167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7" name="Oval 167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8" name="Oval 167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9" name="Oval 167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0" name="Oval 167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1" name="Oval 168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2" name="Oval 168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3" name="Oval 168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4" name="Oval 168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63150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5" name="Oval 168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6" name="Oval 168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7" name="Oval 168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8" name="Oval 168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9" name="Oval 168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0" name="Oval 168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1" name="Oval 169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2" name="Oval 169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3" name="Oval 169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4" name="Oval 169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5" name="Oval 169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6" name="Oval 169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7" name="Oval 169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8" name="Oval 169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9" name="Oval 169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0" name="Oval 169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1" name="Oval 170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2" name="Oval 170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3" name="Oval 170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4" name="Oval 170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5" name="Oval 170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6" name="Oval 170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7" name="Oval 170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8" name="Oval 170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9" name="Oval 170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0" name="Oval 170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1" name="Oval 171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2" name="Oval 171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3" name="Oval 171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4" name="Oval 171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5" name="Oval 171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6" name="Oval 171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7" name="Oval 171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8" name="Oval 171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9" name="Oval 171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0" name="Oval 171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1" name="Oval 172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2" name="Oval 172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3" name="Oval 172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4" name="Oval 172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64674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5" name="Oval 172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6" name="Oval 172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7" name="Oval 172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8" name="Oval 172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9" name="Oval 172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0" name="Oval 172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1" name="Oval 173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2" name="Oval 173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3" name="Oval 173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4" name="Oval 173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5" name="Oval 173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6" name="Oval 173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7" name="Oval 173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8" name="Oval 173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9" name="Oval 173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0" name="Oval 173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" name="Oval 174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" name="Oval 174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" name="Oval 174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" name="Oval 174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" name="Oval 174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" name="Oval 174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" name="Oval 174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" name="Oval 174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" name="Oval 174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" name="Oval 174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1" name="Oval 175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2" name="Oval 175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3" name="Oval 175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4" name="Oval 175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" name="Oval 175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6" name="Oval 175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7" name="Oval 175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8" name="Oval 175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9" name="Oval 175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0" name="Oval 175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1" name="Oval 176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2" name="Oval 176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3" name="Oval 176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4" name="Oval 176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66198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5" name="Oval 1764"/>
          <p:cNvSpPr/>
          <p:nvPr/>
        </p:nvSpPr>
        <p:spPr>
          <a:solidFill>
            <a:srgbClr val="FFFFFF">
              <a:alpha val="10200"/>
            </a:srgbClr>
          </a:solidFill>
          <a:xfrm>
            <a:off x="666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6" name="Oval 1765"/>
          <p:cNvSpPr/>
          <p:nvPr/>
        </p:nvSpPr>
        <p:spPr>
          <a:solidFill>
            <a:srgbClr val="FFFFFF">
              <a:alpha val="10200"/>
            </a:srgbClr>
          </a:solidFill>
          <a:xfrm>
            <a:off x="2190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7" name="Oval 1766"/>
          <p:cNvSpPr/>
          <p:nvPr/>
        </p:nvSpPr>
        <p:spPr>
          <a:solidFill>
            <a:srgbClr val="FFFFFF">
              <a:alpha val="10200"/>
            </a:srgbClr>
          </a:solidFill>
          <a:xfrm>
            <a:off x="3714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8" name="Oval 1767"/>
          <p:cNvSpPr/>
          <p:nvPr/>
        </p:nvSpPr>
        <p:spPr>
          <a:solidFill>
            <a:srgbClr val="FFFFFF">
              <a:alpha val="10200"/>
            </a:srgbClr>
          </a:solidFill>
          <a:xfrm>
            <a:off x="5238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9" name="Oval 1768"/>
          <p:cNvSpPr/>
          <p:nvPr/>
        </p:nvSpPr>
        <p:spPr>
          <a:solidFill>
            <a:srgbClr val="FFFFFF">
              <a:alpha val="10200"/>
            </a:srgbClr>
          </a:solidFill>
          <a:xfrm>
            <a:off x="6762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0" name="Oval 1769"/>
          <p:cNvSpPr/>
          <p:nvPr/>
        </p:nvSpPr>
        <p:spPr>
          <a:solidFill>
            <a:srgbClr val="FFFFFF">
              <a:alpha val="10200"/>
            </a:srgbClr>
          </a:solidFill>
          <a:xfrm>
            <a:off x="8286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1" name="Oval 1770"/>
          <p:cNvSpPr/>
          <p:nvPr/>
        </p:nvSpPr>
        <p:spPr>
          <a:solidFill>
            <a:srgbClr val="FFFFFF">
              <a:alpha val="10200"/>
            </a:srgbClr>
          </a:solidFill>
          <a:xfrm>
            <a:off x="9810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2" name="Oval 1771"/>
          <p:cNvSpPr/>
          <p:nvPr/>
        </p:nvSpPr>
        <p:spPr>
          <a:solidFill>
            <a:srgbClr val="FFFFFF">
              <a:alpha val="10200"/>
            </a:srgbClr>
          </a:solidFill>
          <a:xfrm>
            <a:off x="11334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3" name="Oval 1772"/>
          <p:cNvSpPr/>
          <p:nvPr/>
        </p:nvSpPr>
        <p:spPr>
          <a:solidFill>
            <a:srgbClr val="FFFFFF">
              <a:alpha val="10200"/>
            </a:srgbClr>
          </a:solidFill>
          <a:xfrm>
            <a:off x="12858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4" name="Oval 1773"/>
          <p:cNvSpPr/>
          <p:nvPr/>
        </p:nvSpPr>
        <p:spPr>
          <a:solidFill>
            <a:srgbClr val="FFFFFF">
              <a:alpha val="10200"/>
            </a:srgbClr>
          </a:solidFill>
          <a:xfrm>
            <a:off x="14382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5" name="Oval 1774"/>
          <p:cNvSpPr/>
          <p:nvPr/>
        </p:nvSpPr>
        <p:spPr>
          <a:solidFill>
            <a:srgbClr val="FFFFFF">
              <a:alpha val="10200"/>
            </a:srgbClr>
          </a:solidFill>
          <a:xfrm>
            <a:off x="15906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6" name="Oval 1775"/>
          <p:cNvSpPr/>
          <p:nvPr/>
        </p:nvSpPr>
        <p:spPr>
          <a:solidFill>
            <a:srgbClr val="FFFFFF">
              <a:alpha val="10200"/>
            </a:srgbClr>
          </a:solidFill>
          <a:xfrm>
            <a:off x="17430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7" name="Oval 1776"/>
          <p:cNvSpPr/>
          <p:nvPr/>
        </p:nvSpPr>
        <p:spPr>
          <a:solidFill>
            <a:srgbClr val="FFFFFF">
              <a:alpha val="10200"/>
            </a:srgbClr>
          </a:solidFill>
          <a:xfrm>
            <a:off x="18954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8" name="Oval 1777"/>
          <p:cNvSpPr/>
          <p:nvPr/>
        </p:nvSpPr>
        <p:spPr>
          <a:solidFill>
            <a:srgbClr val="FFFFFF">
              <a:alpha val="10200"/>
            </a:srgbClr>
          </a:solidFill>
          <a:xfrm>
            <a:off x="20478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9" name="Oval 1778"/>
          <p:cNvSpPr/>
          <p:nvPr/>
        </p:nvSpPr>
        <p:spPr>
          <a:solidFill>
            <a:srgbClr val="FFFFFF">
              <a:alpha val="10200"/>
            </a:srgbClr>
          </a:solidFill>
          <a:xfrm>
            <a:off x="22002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0" name="Oval 1779"/>
          <p:cNvSpPr/>
          <p:nvPr/>
        </p:nvSpPr>
        <p:spPr>
          <a:solidFill>
            <a:srgbClr val="FFFFFF">
              <a:alpha val="10200"/>
            </a:srgbClr>
          </a:solidFill>
          <a:xfrm>
            <a:off x="23526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1" name="Oval 1780"/>
          <p:cNvSpPr/>
          <p:nvPr/>
        </p:nvSpPr>
        <p:spPr>
          <a:solidFill>
            <a:srgbClr val="FFFFFF">
              <a:alpha val="10200"/>
            </a:srgbClr>
          </a:solidFill>
          <a:xfrm>
            <a:off x="25050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2" name="Oval 1781"/>
          <p:cNvSpPr/>
          <p:nvPr/>
        </p:nvSpPr>
        <p:spPr>
          <a:solidFill>
            <a:srgbClr val="FFFFFF">
              <a:alpha val="10200"/>
            </a:srgbClr>
          </a:solidFill>
          <a:xfrm>
            <a:off x="26574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3" name="Oval 1782"/>
          <p:cNvSpPr/>
          <p:nvPr/>
        </p:nvSpPr>
        <p:spPr>
          <a:solidFill>
            <a:srgbClr val="FFFFFF">
              <a:alpha val="10200"/>
            </a:srgbClr>
          </a:solidFill>
          <a:xfrm>
            <a:off x="28098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4" name="Oval 1783"/>
          <p:cNvSpPr/>
          <p:nvPr/>
        </p:nvSpPr>
        <p:spPr>
          <a:solidFill>
            <a:srgbClr val="FFFFFF">
              <a:alpha val="10200"/>
            </a:srgbClr>
          </a:solidFill>
          <a:xfrm>
            <a:off x="29622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5" name="Oval 1784"/>
          <p:cNvSpPr/>
          <p:nvPr/>
        </p:nvSpPr>
        <p:spPr>
          <a:solidFill>
            <a:srgbClr val="FFFFFF">
              <a:alpha val="10200"/>
            </a:srgbClr>
          </a:solidFill>
          <a:xfrm>
            <a:off x="31146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6" name="Oval 1785"/>
          <p:cNvSpPr/>
          <p:nvPr/>
        </p:nvSpPr>
        <p:spPr>
          <a:solidFill>
            <a:srgbClr val="FFFFFF">
              <a:alpha val="10200"/>
            </a:srgbClr>
          </a:solidFill>
          <a:xfrm>
            <a:off x="32670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7" name="Oval 1786"/>
          <p:cNvSpPr/>
          <p:nvPr/>
        </p:nvSpPr>
        <p:spPr>
          <a:solidFill>
            <a:srgbClr val="FFFFFF">
              <a:alpha val="10200"/>
            </a:srgbClr>
          </a:solidFill>
          <a:xfrm>
            <a:off x="34194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8" name="Oval 1787"/>
          <p:cNvSpPr/>
          <p:nvPr/>
        </p:nvSpPr>
        <p:spPr>
          <a:solidFill>
            <a:srgbClr val="FFFFFF">
              <a:alpha val="10200"/>
            </a:srgbClr>
          </a:solidFill>
          <a:xfrm>
            <a:off x="35718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9" name="Oval 1788"/>
          <p:cNvSpPr/>
          <p:nvPr/>
        </p:nvSpPr>
        <p:spPr>
          <a:solidFill>
            <a:srgbClr val="FFFFFF">
              <a:alpha val="10200"/>
            </a:srgbClr>
          </a:solidFill>
          <a:xfrm>
            <a:off x="37242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0" name="Oval 1789"/>
          <p:cNvSpPr/>
          <p:nvPr/>
        </p:nvSpPr>
        <p:spPr>
          <a:solidFill>
            <a:srgbClr val="FFFFFF">
              <a:alpha val="10200"/>
            </a:srgbClr>
          </a:solidFill>
          <a:xfrm>
            <a:off x="38766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1" name="Oval 1790"/>
          <p:cNvSpPr/>
          <p:nvPr/>
        </p:nvSpPr>
        <p:spPr>
          <a:solidFill>
            <a:srgbClr val="FFFFFF">
              <a:alpha val="10200"/>
            </a:srgbClr>
          </a:solidFill>
          <a:xfrm>
            <a:off x="40290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2" name="Oval 1791"/>
          <p:cNvSpPr/>
          <p:nvPr/>
        </p:nvSpPr>
        <p:spPr>
          <a:solidFill>
            <a:srgbClr val="FFFFFF">
              <a:alpha val="10200"/>
            </a:srgbClr>
          </a:solidFill>
          <a:xfrm>
            <a:off x="41814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3" name="Oval 1792"/>
          <p:cNvSpPr/>
          <p:nvPr/>
        </p:nvSpPr>
        <p:spPr>
          <a:solidFill>
            <a:srgbClr val="FFFFFF">
              <a:alpha val="10200"/>
            </a:srgbClr>
          </a:solidFill>
          <a:xfrm>
            <a:off x="43338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4" name="Oval 1793"/>
          <p:cNvSpPr/>
          <p:nvPr/>
        </p:nvSpPr>
        <p:spPr>
          <a:solidFill>
            <a:srgbClr val="FFFFFF">
              <a:alpha val="10200"/>
            </a:srgbClr>
          </a:solidFill>
          <a:xfrm>
            <a:off x="44862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5" name="Oval 1794"/>
          <p:cNvSpPr/>
          <p:nvPr/>
        </p:nvSpPr>
        <p:spPr>
          <a:solidFill>
            <a:srgbClr val="FFFFFF">
              <a:alpha val="10200"/>
            </a:srgbClr>
          </a:solidFill>
          <a:xfrm>
            <a:off x="46386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6" name="Oval 1795"/>
          <p:cNvSpPr/>
          <p:nvPr/>
        </p:nvSpPr>
        <p:spPr>
          <a:solidFill>
            <a:srgbClr val="FFFFFF">
              <a:alpha val="10200"/>
            </a:srgbClr>
          </a:solidFill>
          <a:xfrm>
            <a:off x="47910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7" name="Oval 1796"/>
          <p:cNvSpPr/>
          <p:nvPr/>
        </p:nvSpPr>
        <p:spPr>
          <a:solidFill>
            <a:srgbClr val="FFFFFF">
              <a:alpha val="10200"/>
            </a:srgbClr>
          </a:solidFill>
          <a:xfrm>
            <a:off x="49434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8" name="Oval 1797"/>
          <p:cNvSpPr/>
          <p:nvPr/>
        </p:nvSpPr>
        <p:spPr>
          <a:solidFill>
            <a:srgbClr val="FFFFFF">
              <a:alpha val="10200"/>
            </a:srgbClr>
          </a:solidFill>
          <a:xfrm>
            <a:off x="50958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9" name="Oval 1798"/>
          <p:cNvSpPr/>
          <p:nvPr/>
        </p:nvSpPr>
        <p:spPr>
          <a:solidFill>
            <a:srgbClr val="FFFFFF">
              <a:alpha val="10200"/>
            </a:srgbClr>
          </a:solidFill>
          <a:xfrm>
            <a:off x="52482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0" name="Oval 1799"/>
          <p:cNvSpPr/>
          <p:nvPr/>
        </p:nvSpPr>
        <p:spPr>
          <a:solidFill>
            <a:srgbClr val="FFFFFF">
              <a:alpha val="10200"/>
            </a:srgbClr>
          </a:solidFill>
          <a:xfrm>
            <a:off x="54006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1" name="Oval 1800"/>
          <p:cNvSpPr/>
          <p:nvPr/>
        </p:nvSpPr>
        <p:spPr>
          <a:solidFill>
            <a:srgbClr val="FFFFFF">
              <a:alpha val="10200"/>
            </a:srgbClr>
          </a:solidFill>
          <a:xfrm>
            <a:off x="55530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2" name="Oval 1801"/>
          <p:cNvSpPr/>
          <p:nvPr/>
        </p:nvSpPr>
        <p:spPr>
          <a:solidFill>
            <a:srgbClr val="FFFFFF">
              <a:alpha val="10200"/>
            </a:srgbClr>
          </a:solidFill>
          <a:xfrm>
            <a:off x="57054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3" name="Oval 1802"/>
          <p:cNvSpPr/>
          <p:nvPr/>
        </p:nvSpPr>
        <p:spPr>
          <a:solidFill>
            <a:srgbClr val="FFFFFF">
              <a:alpha val="10200"/>
            </a:srgbClr>
          </a:solidFill>
          <a:xfrm>
            <a:off x="58578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4" name="Oval 1803"/>
          <p:cNvSpPr/>
          <p:nvPr/>
        </p:nvSpPr>
        <p:spPr>
          <a:solidFill>
            <a:srgbClr val="FFFFFF">
              <a:alpha val="10200"/>
            </a:srgbClr>
          </a:solidFill>
          <a:xfrm>
            <a:off x="6010275" y="6772275"/>
            <a:ext cx="19050" cy="1905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5" name="Rectangle 1804"/>
          <p:cNvSpPr/>
          <p:nvPr/>
        </p:nvSpPr>
        <p:spPr>
          <a:pattFill prst="smGrid">
            <a:fgClr>
              <a:srgbClr val="FFFFFF">
                <a:alpha val="10200"/>
              </a:srgbClr>
            </a:fgClr>
            <a:bgClr>
              <a:srgbClr val="FFFFFF">
                <a:alpha val="0"/>
              </a:srgbClr>
            </a:bgClr>
          </a:pattFill>
          <a:xfrm>
            <a:off x="6096000" y="0"/>
            <a:ext cx="6096000" cy="6858000"/>
          </a:xfrm>
          <a:prstGeom prst="rect">
            <a:avLst/>
          </a:prstGeom>
          <a:ln>
            <a:noFill/>
          </a:ln>
          <a:extLst>
            <a:ext uri="https://slidify.dev/2026/recipe">
              <ns3:recipeId xmlns:ns3="https://slidify.dev/2026/recipe">surface.pattern-tile</ns3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6" name="Rectangle 1805"/>
          <p:cNvSpPr/>
          <p:nvPr/>
        </p:nvSpPr>
        <p:spPr>
          <a:gradFill flip="none" rotWithShape="1">
            <a:gsLst>
              <a:gs pos="0">
                <a:srgbClr val="A78BFA">
                  <a:alpha val="32000"/>
                </a:srgbClr>
              </a:gs>
              <a:gs pos="16667">
                <a:srgbClr val="A78BFA">
                  <a:alpha val="26667"/>
                </a:srgbClr>
              </a:gs>
              <a:gs pos="33333">
                <a:srgbClr val="A78BFA">
                  <a:alpha val="21333"/>
                </a:srgbClr>
              </a:gs>
              <a:gs pos="50000">
                <a:srgbClr val="A78BFA">
                  <a:alpha val="16000"/>
                </a:srgbClr>
              </a:gs>
              <a:gs pos="66667">
                <a:srgbClr val="A78BFA">
                  <a:alpha val="10667"/>
                </a:srgbClr>
              </a:gs>
              <a:gs pos="83333">
                <a:srgbClr val="A78BFA">
                  <a:alpha val="5333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4191000" y="1905000"/>
            <a:ext cx="3810000" cy="3048000"/>
          </a:xfrm>
          <a:prstGeom prst="rect">
            <a:avLst/>
          </a:prstGeom>
          <a:ln>
            <a:noFill/>
          </a:ln>
          <a:extLst>
            <a:ext uri="https://slidify.dev/2026/recipe">
              <ns4:recipeId xmlns:ns4="https://slidify.dev/2026/recipe">surface.radial-blob</ns4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7" name="Rectangle 1806"/>
          <p:cNvSpPr/>
          <p:nvPr/>
        </p:nvSpPr>
        <p:spPr>
          <a:xfrm>
            <a:off x="0" y="3314700"/>
            <a:ext cx="12192000" cy="228600"/>
          </a:xfrm>
          <a:prstGeom prst="rect">
            <a:avLst/>
          </a:prstGeom>
          <a:solidFill>
            <a:srgbClr val="0E0E1A"/>
          </a:solidFill>
          <a:ln>
            <a:noFill/>
          </a:ln>
          <a:extLst>
            <a:ext uri="https://slidify.dev/2026/recipe">
              <ns5:recipeId xmlns:ns5="https://slidify.dev/2026/recipe">surface.shape-fill</ns5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710"/>
          </a:solidFill>
          <a:ln>
            <a:noFill/>
          </a:ln>
          <a:extLst>
            <a:ext uri="https://slidify.dev/2026/recipe">
              <ns0:recipeId xmlns:ns0="https://slidify.dev/2026/recipe">slide-background</ns0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A78BFA">
                  <a:alpha val="32000"/>
                </a:srgbClr>
              </a:gs>
              <a:gs pos="16667">
                <a:srgbClr val="A78BFA">
                  <a:alpha val="26667"/>
                </a:srgbClr>
              </a:gs>
              <a:gs pos="33333">
                <a:srgbClr val="A78BFA">
                  <a:alpha val="21333"/>
                </a:srgbClr>
              </a:gs>
              <a:gs pos="50000">
                <a:srgbClr val="A78BFA">
                  <a:alpha val="16000"/>
                </a:srgbClr>
              </a:gs>
              <a:gs pos="66667">
                <a:srgbClr val="A78BFA">
                  <a:alpha val="10667"/>
                </a:srgbClr>
              </a:gs>
              <a:gs pos="83333">
                <a:srgbClr val="A78BFA">
                  <a:alpha val="5333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  <a:extLst>
            <a:ext uri="https://slidify.dev/2026/recipe">
              <ns1:recipeId xmlns:ns1="https://slidify.dev/2026/recipe">surface.radial-blob</ns1:recipeId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extLst>
            <a:ext uri="https://slidify.dev/2026/recipe">
              <ns2:recipeId xmlns:ns2="https://slidify.dev/2026/recipe">slot.numeral</ns2:recipeId>
            </a:ext>
          </a:extLst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/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0" y="5715000"/>
            <a:ext cx="1524000" cy="952500"/>
          </a:xfrm>
          <a:prstGeom prst="rect">
            <a:avLst/>
          </a:prstGeom>
          <a:extLst>
            <a:ext uri="https://slidify.dev/2026/recipe">
              <ns3:recipeId xmlns:ns3="https://slidify.dev/2026/recipe">chrome.escape-hatch</ns3:recipeId>
            </a:ext>
            <a:ext uri="https://slidify.dev/2026/escape-hatch">
              <ns4:escapePayload xmlns:ns4="https://slidify.dev/2026/escape-hatch">{"attempted": "bg.aurora-corners", "body": "", "cssPayload": "background: conic-gradient(from 45deg, #a78bfa, #f472b6, #60a5fa, #34d399, #a78bfa); border-radius: 12px;", "intent": "conic-gradient-corner-decoration"}</ns4:escapePayload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
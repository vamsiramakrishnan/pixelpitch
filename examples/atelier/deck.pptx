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— investor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/ table of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divider with mesh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stat — single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Three-up KPI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data-viz slide: donut + bar-set-h + sparkline + kpi-row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Quarterly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Mixed bento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Annotated product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Editorial pull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variant — platform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Six-up team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Surfaces showcase: aurora-corners + dot-lattice-fine + line-grid + spotlight-tight + section-divider.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Demonstrates EscapeHatch metering for a treatment (conic-gradient) no atom expresses.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32000"/>
                </a:srgbClr>
              </a:gs>
              <a:gs pos="16667">
                <a:srgbClr val="A78BFA">
                  <a:alpha val="26667"/>
                </a:srgbClr>
              </a:gs>
              <a:gs pos="33333">
                <a:srgbClr val="A78BFA">
                  <a:alpha val="21333"/>
                </a:srgbClr>
              </a:gs>
              <a:gs pos="50000">
                <a:srgbClr val="A78BFA">
                  <a:alpha val="16000"/>
                </a:srgbClr>
              </a:gs>
              <a:gs pos="66667">
                <a:srgbClr val="A78BFA">
                  <a:alpha val="10667"/>
                </a:srgbClr>
              </a:gs>
              <a:gs pos="83333">
                <a:srgbClr val="A78BFA">
                  <a:alpha val="53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  <a:extLst>
            <a:ext uri="https://slidify.dev/2026/recipe">
              <ns1:recipeId xmlns:ns1="https://slidify.dev/2026/recipe">surface.radial-blob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363200" cy="27432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slot.eyebrow.text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Q2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3200" cy="3086100"/>
          </a:xfrm>
          <a:prstGeom prst="rect">
            <a:avLst/>
          </a:prstGeom>
          <a:noFill/>
          <a:extLst>
            <a:ext uri="https://slidify.dev/2026/recipe">
              <ns3:recipeId xmlns:ns3="https://slidify.dev/2026/recipe">slot.numeral</ns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Slidify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8534400" cy="1234440"/>
          </a:xfrm>
          <a:prstGeom prst="rect">
            <a:avLst/>
          </a:prstGeom>
          <a:noFill/>
          <a:extLst>
            <a:ext uri="https://slidify.dev/2026/recipe">
              <ns4:recipeId xmlns:ns4="https://slidify.dev/2026/recipe">slot.quote.body</ns4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 u="none">
                <a:solidFill>
                  <a:srgbClr val="F5F5F7"/>
                </a:solidFill>
                <a:latin typeface="Inter"/>
              </a:rPr>
              <a:t>A compiler for presentations.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3200" cy="27432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slot.eyebrow.text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109728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10363200" cy="3429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lnTo>
                  <a:pt x="100000" y="50000"/>
                </a:lnTo>
              </a:path>
            </a:pathLst>
          </a:custGeom>
          <a:noFill/>
          <a:ln w="9525" cap="flat">
            <a:solidFill>
              <a:srgbClr val="FFFFFF"/>
            </a:solidFill>
            <a:miter/>
          </a:ln>
          <a:extLst>
            <a:ext uri="https://slidify.dev/2026/recipe">
              <ns3:recipeId xmlns:ns3="https://slidify.dev/2026/recipe">decoration.line-stroke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219200" cy="411480"/>
          </a:xfrm>
          <a:prstGeom prst="rect">
            <a:avLst/>
          </a:prstGeom>
          <a:noFill/>
          <a:extLst>
            <a:ext uri="https://slidify.dev/2026/recipe">
              <ns4:recipeId xmlns:ns4="https://slidify.dev/2026/recipe">slot.caption</ns4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9030"/>
            <a:ext cx="1219200" cy="411480"/>
          </a:xfrm>
          <a:prstGeom prst="rect">
            <a:avLst/>
          </a:prstGeom>
          <a:noFill/>
          <a:extLst>
            <a:ext uri="https://slidify.dev/2026/recipe">
              <ns5:recipeId xmlns:ns5="https://slidify.dev/2026/recipe">slot.caption</ns5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83380"/>
            <a:ext cx="1219200" cy="411480"/>
          </a:xfrm>
          <a:prstGeom prst="rect">
            <a:avLst/>
          </a:prstGeom>
          <a:noFill/>
          <a:extLst>
            <a:ext uri="https://slidify.dev/2026/recipe">
              <ns6:recipeId xmlns:ns6="https://slidify.dev/2026/recipe">slot.caption</ns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97730"/>
            <a:ext cx="1219200" cy="411480"/>
          </a:xfrm>
          <a:prstGeom prst="rect">
            <a:avLst/>
          </a:prstGeom>
          <a:noFill/>
          <a:extLst>
            <a:ext uri="https://slidify.dev/2026/recipe">
              <ns7:recipeId xmlns:ns7="https://slidify.dev/2026/recipe">slot.caption</ns7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219200" cy="411480"/>
          </a:xfrm>
          <a:prstGeom prst="rect">
            <a:avLst/>
          </a:prstGeom>
          <a:noFill/>
          <a:extLst>
            <a:ext uri="https://slidify.dev/2026/recipe">
              <ns8:recipeId xmlns:ns8="https://slidify.dev/2026/recipe">slot.caption</ns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26430"/>
            <a:ext cx="1219200" cy="411480"/>
          </a:xfrm>
          <a:prstGeom prst="rect">
            <a:avLst/>
          </a:prstGeom>
          <a:noFill/>
          <a:extLst>
            <a:ext uri="https://slidify.dev/2026/recipe">
              <ns9:recipeId xmlns:ns9="https://slidify.dev/2026/recipe">slot.caption</ns9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54680"/>
            <a:ext cx="9144000" cy="411480"/>
          </a:xfrm>
          <a:prstGeom prst="rect">
            <a:avLst/>
          </a:prstGeom>
          <a:noFill/>
          <a:extLst>
            <a:ext uri="https://slidify.dev/2026/recipe">
              <ns10:recipeId xmlns:ns10="https://slidify.dev/2026/recipe">slot.eyebrow.text</ns1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FOUNDATIONS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669030"/>
            <a:ext cx="9144000" cy="411480"/>
          </a:xfrm>
          <a:prstGeom prst="rect">
            <a:avLst/>
          </a:prstGeom>
          <a:noFill/>
          <a:extLst>
            <a:ext uri="https://slidify.dev/2026/recipe">
              <ns11:recipeId xmlns:ns11="https://slidify.dev/2026/recipe">slot.eyebrow.text</ns1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NUMBERS THAT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183380"/>
            <a:ext cx="9144000" cy="411480"/>
          </a:xfrm>
          <a:prstGeom prst="rect">
            <a:avLst/>
          </a:prstGeom>
          <a:noFill/>
          <a:extLst>
            <a:ext uri="https://slidify.dev/2026/recipe">
              <ns12:recipeId xmlns:ns12="https://slidify.dev/2026/recipe">slot.eyebrow.text</ns1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97730"/>
            <a:ext cx="9144000" cy="411480"/>
          </a:xfrm>
          <a:prstGeom prst="rect">
            <a:avLst/>
          </a:prstGeom>
          <a:noFill/>
          <a:extLst>
            <a:ext uri="https://slidify.dev/2026/recipe">
              <ns13:recipeId xmlns:ns13="https://slidify.dev/2026/recipe">slot.eyebrow.text</ns1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PRODUCT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212080"/>
            <a:ext cx="9144000" cy="411480"/>
          </a:xfrm>
          <a:prstGeom prst="rect">
            <a:avLst/>
          </a:prstGeom>
          <a:noFill/>
          <a:extLst>
            <a:ext uri="https://slidify.dev/2026/recipe">
              <ns14:recipeId xmlns:ns14="https://slidify.dev/2026/recipe">slot.eyebrow.text</ns14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726430"/>
            <a:ext cx="9144000" cy="411480"/>
          </a:xfrm>
          <a:prstGeom prst="rect">
            <a:avLst/>
          </a:prstGeom>
          <a:noFill/>
          <a:extLst>
            <a:ext uri="https://slidify.dev/2026/recipe">
              <ns15:recipeId xmlns:ns15="https://slidify.dev/2026/recipe">slot.eyebrow.text</ns15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THE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32000"/>
                </a:srgbClr>
              </a:gs>
              <a:gs pos="16667">
                <a:srgbClr val="A78BFA">
                  <a:alpha val="26667"/>
                </a:srgbClr>
              </a:gs>
              <a:gs pos="33333">
                <a:srgbClr val="A78BFA">
                  <a:alpha val="21333"/>
                </a:srgbClr>
              </a:gs>
              <a:gs pos="50000">
                <a:srgbClr val="A78BFA">
                  <a:alpha val="16000"/>
                </a:srgbClr>
              </a:gs>
              <a:gs pos="66667">
                <a:srgbClr val="A78BFA">
                  <a:alpha val="10667"/>
                </a:srgbClr>
              </a:gs>
              <a:gs pos="83333">
                <a:srgbClr val="A78BFA">
                  <a:alpha val="53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  <a:extLst>
            <a:ext uri="https://slidify.dev/2026/recipe">
              <ns1:recipeId xmlns:ns1="https://slidify.dev/2026/recipe">surface.radial-blob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028700"/>
            <a:ext cx="6705600" cy="377190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349240"/>
            <a:ext cx="10363200" cy="274320"/>
          </a:xfrm>
          <a:prstGeom prst="rect">
            <a:avLst/>
          </a:prstGeom>
          <a:noFill/>
          <a:extLst>
            <a:ext uri="https://slidify.dev/2026/recipe">
              <ns3:recipeId xmlns:ns3="https://slidify.dev/2026/recipe">slot.eyebrow.text</ns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FOUNDATIONS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05600" y="1371600"/>
            <a:ext cx="4876800" cy="411480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1:recipeId xmlns:ns1="https://slidify.dev/2026/recipe">surface.shape-fill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3200" cy="27432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slot.eyebrow.text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NATIVE-AREA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5486400" cy="3771900"/>
          </a:xfrm>
          <a:prstGeom prst="rect">
            <a:avLst/>
          </a:prstGeom>
          <a:noFill/>
          <a:extLst>
            <a:ext uri="https://slidify.dev/2026/recipe">
              <ns3:recipeId xmlns:ns3="https://slidify.dev/2026/recipe">slot.numeral</ns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4251960"/>
            <a:ext cx="1828800" cy="411480"/>
          </a:xfrm>
          <a:prstGeom prst="roundRect">
            <a:avLst/>
          </a:prstGeom>
          <a:solidFill>
            <a:srgbClr val="10B981">
              <a:alpha val="18000"/>
            </a:srgbClr>
          </a:solidFill>
          <a:ln>
            <a:noFill/>
          </a:ln>
          <a:extLst>
            <a:ext uri="https://slidify.dev/2026/recipe">
              <ns4:recipeId xmlns:ns4="https://slidify.dev/2026/recipe">data.delta-badge.bg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4251960"/>
            <a:ext cx="1828800" cy="411480"/>
          </a:xfrm>
          <a:prstGeom prst="rect">
            <a:avLst/>
          </a:prstGeom>
          <a:noFill/>
          <a:extLst>
            <a:ext uri="https://slidify.dev/2026/recipe">
              <ns5:recipeId xmlns:ns5="https://slidify.dev/2026/recipe">data.delta-badge.label</ns5:recipeId>
            </a:ext>
          </a:extLst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10B981"/>
                </a:solidFill>
                <a:latin typeface="Inter"/>
              </a:rPr>
              <a:t>▲ +29% vs Wave-1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3200" cy="27432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slot.eyebrow.text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68580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Atelier-v2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30880" cy="30861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3:recipeId xmlns:ns3="https://slidify.dev/2026/recipe">surface.shape-fill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1040" y="2743200"/>
            <a:ext cx="3230880" cy="30861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4:recipeId xmlns:ns4="https://slidify.dev/2026/recipe">surface.shape-fill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7680" y="2743200"/>
            <a:ext cx="3230880" cy="30861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5:recipeId xmlns:ns5="https://slidify.dev/2026/recipe">surface.shape-fill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017520"/>
            <a:ext cx="2621280" cy="274320"/>
          </a:xfrm>
          <a:prstGeom prst="rect">
            <a:avLst/>
          </a:prstGeom>
          <a:noFill/>
          <a:extLst>
            <a:ext uri="https://slidify.dev/2026/recipe">
              <ns6:recipeId xmlns:ns6="https://slidify.dev/2026/recipe">slot.eyebrow.text</ns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ATOMS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5840" y="3017520"/>
            <a:ext cx="2621280" cy="274320"/>
          </a:xfrm>
          <a:prstGeom prst="rect">
            <a:avLst/>
          </a:prstGeom>
          <a:noFill/>
          <a:extLst>
            <a:ext uri="https://slidify.dev/2026/recipe">
              <ns7:recipeId xmlns:ns7="https://slidify.dev/2026/recipe">slot.eyebrow.text</ns7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RECIPES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017520"/>
            <a:ext cx="2621280" cy="274320"/>
          </a:xfrm>
          <a:prstGeom prst="rect">
            <a:avLst/>
          </a:prstGeom>
          <a:noFill/>
          <a:extLst>
            <a:ext uri="https://slidify.dev/2026/recipe">
              <ns8:recipeId xmlns:ns8="https://slidify.dev/2026/recipe">slot.eyebrow.text</ns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ESCAPE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429000"/>
            <a:ext cx="2621280" cy="1371600"/>
          </a:xfrm>
          <a:prstGeom prst="rect">
            <a:avLst/>
          </a:prstGeom>
          <a:noFill/>
          <a:extLst>
            <a:ext uri="https://slidify.dev/2026/recipe">
              <ns9:recipeId xmlns:ns9="https://slidify.dev/2026/recipe">slot.numeral</ns9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840" y="3429000"/>
            <a:ext cx="2621280" cy="1371600"/>
          </a:xfrm>
          <a:prstGeom prst="rect">
            <a:avLst/>
          </a:prstGeom>
          <a:noFill/>
          <a:extLst>
            <a:ext uri="https://slidify.dev/2026/recipe">
              <ns10:recipeId xmlns:ns10="https://slidify.dev/2026/recipe">slot.numeral</ns1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29000"/>
            <a:ext cx="2621280" cy="1371600"/>
          </a:xfrm>
          <a:prstGeom prst="rect">
            <a:avLst/>
          </a:prstGeom>
          <a:noFill/>
          <a:extLst>
            <a:ext uri="https://slidify.dev/2026/recipe">
              <ns11:recipeId xmlns:ns11="https://slidify.dev/2026/recipe">slot.numeral</ns1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&lt;5%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9200" y="5074920"/>
            <a:ext cx="2621280" cy="411480"/>
          </a:xfrm>
          <a:prstGeom prst="roundRect">
            <a:avLst/>
          </a:prstGeom>
          <a:solidFill>
            <a:srgbClr val="10B981">
              <a:alpha val="18000"/>
            </a:srgbClr>
          </a:solidFill>
          <a:ln>
            <a:noFill/>
          </a:ln>
          <a:extLst>
            <a:ext uri="https://slidify.dev/2026/recipe">
              <ns12:recipeId xmlns:ns12="https://slidify.dev/2026/recipe">data.delta-badge.bg</ns1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9200" y="5074920"/>
            <a:ext cx="2621280" cy="411480"/>
          </a:xfrm>
          <a:prstGeom prst="rect">
            <a:avLst/>
          </a:prstGeom>
          <a:noFill/>
          <a:extLst>
            <a:ext uri="https://slidify.dev/2026/recipe">
              <ns13:recipeId xmlns:ns13="https://slidify.dev/2026/recipe">data.delta-badge.label</ns13:recipeId>
            </a:ext>
          </a:extLst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10B981"/>
                </a:solidFill>
                <a:latin typeface="Inter"/>
              </a:rPr>
              <a:t>▲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5840" y="5074920"/>
            <a:ext cx="2621280" cy="411480"/>
          </a:xfrm>
          <a:prstGeom prst="roundRect">
            <a:avLst/>
          </a:prstGeom>
          <a:solidFill>
            <a:srgbClr val="10B981">
              <a:alpha val="18000"/>
            </a:srgbClr>
          </a:solidFill>
          <a:ln>
            <a:noFill/>
          </a:ln>
          <a:extLst>
            <a:ext uri="https://slidify.dev/2026/recipe">
              <ns14:recipeId xmlns:ns14="https://slidify.dev/2026/recipe">data.delta-badge.bg</ns1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840" y="5074920"/>
            <a:ext cx="2621280" cy="411480"/>
          </a:xfrm>
          <a:prstGeom prst="rect">
            <a:avLst/>
          </a:prstGeom>
          <a:noFill/>
          <a:extLst>
            <a:ext uri="https://slidify.dev/2026/recipe">
              <ns15:recipeId xmlns:ns15="https://slidify.dev/2026/recipe">data.delta-badge.label</ns15:recipeId>
            </a:ext>
          </a:extLst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10B981"/>
                </a:solidFill>
                <a:latin typeface="Inter"/>
              </a:rPr>
              <a:t>▲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5074920"/>
            <a:ext cx="2621280" cy="411480"/>
          </a:xfrm>
          <a:prstGeom prst="roundRect">
            <a:avLst/>
          </a:prstGeom>
          <a:solidFill>
            <a:srgbClr val="10B981">
              <a:alpha val="18000"/>
            </a:srgbClr>
          </a:solidFill>
          <a:ln>
            <a:noFill/>
          </a:ln>
          <a:extLst>
            <a:ext uri="https://slidify.dev/2026/recipe">
              <ns16:recipeId xmlns:ns16="https://slidify.dev/2026/recipe">data.delta-badge.bg</ns16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5074920"/>
            <a:ext cx="2621280" cy="411480"/>
          </a:xfrm>
          <a:prstGeom prst="rect">
            <a:avLst/>
          </a:prstGeom>
          <a:noFill/>
          <a:extLst>
            <a:ext uri="https://slidify.dev/2026/recipe">
              <ns17:recipeId xmlns:ns17="https://slidify.dev/2026/recipe">data.delta-badge.label</ns17:recipeId>
            </a:ext>
          </a:extLst>
        </p:spPr>
        <p:txBody>
          <a:bodyPr wrap="squar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10B981"/>
                </a:solidFill>
                <a:latin typeface="Inter"/>
              </a:rPr>
              <a:t>▲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2667000" cy="2667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cubicBezTo>
                  <a:pt x="72751" y="0"/>
                  <a:pt x="92771" y="15529"/>
                  <a:pt x="98429" y="37566"/>
                </a:cubicBezTo>
                <a:cubicBezTo>
                  <a:pt x="104087" y="59602"/>
                  <a:pt x="94025" y="82855"/>
                  <a:pt x="74088" y="93815"/>
                </a:cubicBezTo>
                <a:lnTo>
                  <a:pt x="64934" y="77166"/>
                </a:lnTo>
                <a:cubicBezTo>
                  <a:pt x="77295" y="70370"/>
                  <a:pt x="83534" y="55953"/>
                  <a:pt x="80026" y="42291"/>
                </a:cubicBezTo>
                <a:cubicBezTo>
                  <a:pt x="76518" y="28628"/>
                  <a:pt x="64106" y="19000"/>
                  <a:pt x="50000" y="19000"/>
                </a:cubicBezTo>
                <a:close/>
              </a:path>
            </a:pathLst>
          </a:custGeom>
          <a:solidFill>
            <a:srgbClr val="A78BFA"/>
          </a:solidFill>
          <a:extLst>
            <a:ext uri="https://slidify.dev/2026/recipe">
              <ns1:recipeId xmlns:ns1="https://slidify.dev/2026/recipe">data.donut.segment-1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762000"/>
            <a:ext cx="2667000" cy="2667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74088" y="93815"/>
                </a:moveTo>
                <a:cubicBezTo>
                  <a:pt x="61037" y="100990"/>
                  <a:pt x="45441" y="101971"/>
                  <a:pt x="31594" y="96489"/>
                </a:cubicBezTo>
                <a:cubicBezTo>
                  <a:pt x="17747" y="91006"/>
                  <a:pt x="7049" y="79615"/>
                  <a:pt x="2447" y="65451"/>
                </a:cubicBezTo>
                <a:lnTo>
                  <a:pt x="20517" y="59580"/>
                </a:lnTo>
                <a:cubicBezTo>
                  <a:pt x="23371" y="68361"/>
                  <a:pt x="30003" y="75424"/>
                  <a:pt x="38588" y="78823"/>
                </a:cubicBezTo>
                <a:cubicBezTo>
                  <a:pt x="47173" y="82222"/>
                  <a:pt x="56843" y="81614"/>
                  <a:pt x="64934" y="77166"/>
                </a:cubicBezTo>
                <a:close/>
              </a:path>
            </a:pathLst>
          </a:custGeom>
          <a:solidFill>
            <a:srgbClr val="60A5FA"/>
          </a:solidFill>
          <a:extLst>
            <a:ext uri="https://slidify.dev/2026/recipe">
              <ns2:recipeId xmlns:ns2="https://slidify.dev/2026/recipe">data.donut.segment-2</ns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2667000" cy="2667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2447" y="65451"/>
                </a:moveTo>
                <a:cubicBezTo>
                  <a:pt x="-3528" y="47062"/>
                  <a:pt x="1678" y="26788"/>
                  <a:pt x="15773" y="13552"/>
                </a:cubicBezTo>
                <a:lnTo>
                  <a:pt x="28779" y="27402"/>
                </a:lnTo>
                <a:cubicBezTo>
                  <a:pt x="20040" y="35608"/>
                  <a:pt x="16813" y="48178"/>
                  <a:pt x="20517" y="59580"/>
                </a:cubicBezTo>
                <a:close/>
              </a:path>
            </a:pathLst>
          </a:custGeom>
          <a:solidFill>
            <a:srgbClr val="F472B6"/>
          </a:solidFill>
          <a:extLst>
            <a:ext uri="https://slidify.dev/2026/recipe">
              <ns3:recipeId xmlns:ns3="https://slidify.dev/2026/recipe">data.donut.segment-3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762000"/>
            <a:ext cx="2667000" cy="2667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5773" y="13552"/>
                </a:moveTo>
                <a:cubicBezTo>
                  <a:pt x="25040" y="4849"/>
                  <a:pt x="37287" y="0"/>
                  <a:pt x="50000" y="0"/>
                </a:cubicBezTo>
                <a:lnTo>
                  <a:pt x="50000" y="19000"/>
                </a:lnTo>
                <a:cubicBezTo>
                  <a:pt x="42118" y="19000"/>
                  <a:pt x="34525" y="22006"/>
                  <a:pt x="28779" y="27402"/>
                </a:cubicBezTo>
                <a:close/>
              </a:path>
            </a:pathLst>
          </a:custGeom>
          <a:solidFill>
            <a:srgbClr val="34D399"/>
          </a:solidFill>
          <a:extLst>
            <a:ext uri="https://slidify.dev/2026/recipe">
              <ns4:recipeId xmlns:ns4="https://slidify.dev/2026/recipe">data.donut.segment-4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8730" y="1268730"/>
            <a:ext cx="1653540" cy="1653540"/>
          </a:xfrm>
          <a:prstGeom prst="ellipse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5:recipeId xmlns:ns5="https://slidify.dev/2026/recipe">data.donut.hole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00500" y="762000"/>
            <a:ext cx="2413000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6:recipeId xmlns:ns6="https://slidify.dev/2026/recipe">data.bar.bar-1</ns6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00500" y="1159329"/>
            <a:ext cx="3152468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7:recipeId xmlns:ns7="https://slidify.dev/2026/recipe">data.bar.bar-2</ns7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500" y="1556657"/>
            <a:ext cx="1829210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8:recipeId xmlns:ns8="https://slidify.dev/2026/recipe">data.bar.bar-3</ns8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00500" y="1953986"/>
            <a:ext cx="3619500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9:recipeId xmlns:ns9="https://slidify.dev/2026/recipe">data.bar.bar-4</ns9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00500" y="2351314"/>
            <a:ext cx="2763274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10:recipeId xmlns:ns10="https://slidify.dev/2026/recipe">data.bar.bar-5</ns1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0500" y="2748643"/>
            <a:ext cx="2257323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11:recipeId xmlns:ns11="https://slidify.dev/2026/recipe">data.bar.bar-6</ns1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00500" y="3145971"/>
            <a:ext cx="3269226" cy="283029"/>
          </a:xfrm>
          <a:prstGeom prst="roundRect">
            <a:avLst/>
          </a:prstGeom>
          <a:solidFill>
            <a:srgbClr val="A78BFA"/>
          </a:solidFill>
          <a:ln>
            <a:noFill/>
          </a:ln>
          <a:extLst>
            <a:ext uri="https://slidify.dev/2026/recipe">
              <ns12:recipeId xmlns:ns12="https://slidify.dev/2026/recipe">data.bar.bar-7</ns1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gradFill flip="none" rotWithShape="1">
            <a:gsLst>
              <a:gs pos="0">
                <a:srgbClr val="60A5FA"/>
              </a:gs>
              <a:gs pos="16667">
                <a:srgbClr val="60A5FA">
                  <a:alpha val="83333"/>
                </a:srgbClr>
              </a:gs>
              <a:gs pos="33333">
                <a:srgbClr val="60A5FA">
                  <a:alpha val="66667"/>
                </a:srgbClr>
              </a:gs>
              <a:gs pos="50000">
                <a:srgbClr val="60A5FA">
                  <a:alpha val="50000"/>
                </a:srgbClr>
              </a:gs>
              <a:gs pos="66667">
                <a:srgbClr val="60A5FA">
                  <a:alpha val="33333"/>
                </a:srgbClr>
              </a:gs>
              <a:gs pos="83333">
                <a:srgbClr val="60A5FA">
                  <a:alpha val="16667"/>
                </a:srgbClr>
              </a:gs>
              <a:gs pos="100000">
                <a:srgbClr val="60A5FA">
                  <a:alpha val="0"/>
                </a:srgbClr>
              </a:gs>
            </a:gsLst>
            <a:lin ang="5400000" scaled="0"/>
          </a:gradFill>
          <a:xfrm>
            <a:off x="8191500" y="1333500"/>
            <a:ext cx="3238500" cy="1524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9091" y="88235"/>
                </a:lnTo>
                <a:lnTo>
                  <a:pt x="18182" y="94118"/>
                </a:lnTo>
                <a:lnTo>
                  <a:pt x="27273" y="76471"/>
                </a:lnTo>
                <a:lnTo>
                  <a:pt x="36364" y="82353"/>
                </a:lnTo>
                <a:lnTo>
                  <a:pt x="45455" y="58824"/>
                </a:lnTo>
                <a:lnTo>
                  <a:pt x="54545" y="70588"/>
                </a:lnTo>
                <a:lnTo>
                  <a:pt x="63636" y="41176"/>
                </a:lnTo>
                <a:lnTo>
                  <a:pt x="72727" y="52941"/>
                </a:lnTo>
                <a:lnTo>
                  <a:pt x="81818" y="23529"/>
                </a:lnTo>
                <a:lnTo>
                  <a:pt x="90909" y="29412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extLst>
            <a:ext uri="https://slidify.dev/2026/recipe">
              <ns13:recipeId xmlns:ns13="https://slidify.dev/2026/recipe">data.sparkline.area</ns1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1500" y="1333500"/>
            <a:ext cx="3238500" cy="1524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9091" y="88235"/>
                </a:lnTo>
                <a:lnTo>
                  <a:pt x="18182" y="94118"/>
                </a:lnTo>
                <a:lnTo>
                  <a:pt x="27273" y="76471"/>
                </a:lnTo>
                <a:lnTo>
                  <a:pt x="36364" y="82353"/>
                </a:lnTo>
                <a:lnTo>
                  <a:pt x="45455" y="58824"/>
                </a:lnTo>
                <a:lnTo>
                  <a:pt x="54545" y="70588"/>
                </a:lnTo>
                <a:lnTo>
                  <a:pt x="63636" y="41176"/>
                </a:lnTo>
                <a:lnTo>
                  <a:pt x="72727" y="52941"/>
                </a:lnTo>
                <a:lnTo>
                  <a:pt x="81818" y="23529"/>
                </a:lnTo>
                <a:lnTo>
                  <a:pt x="90909" y="29412"/>
                </a:lnTo>
                <a:lnTo>
                  <a:pt x="100000" y="0"/>
                </a:lnTo>
              </a:path>
            </a:pathLst>
          </a:custGeom>
          <a:noFill/>
          <a:ln w="19050" cap="rnd">
            <a:solidFill>
              <a:srgbClr val="60A5FA"/>
            </a:solidFill>
            <a:round/>
          </a:ln>
          <a:extLst>
            <a:ext uri="https://slidify.dev/2026/recipe">
              <ns14:recipeId xmlns:ns14="https://slidify.dev/2026/recipe">data.sparkline.line</ns1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91900" y="1295400"/>
            <a:ext cx="76200" cy="76200"/>
          </a:xfrm>
          <a:prstGeom prst="ellipse">
            <a:avLst/>
          </a:prstGeom>
          <a:solidFill>
            <a:srgbClr val="60A5FA"/>
          </a:solidFill>
          <a:ln>
            <a:noFill/>
          </a:ln>
          <a:extLst>
            <a:ext uri="https://slidify.dev/2026/recipe">
              <ns15:recipeId xmlns:ns15="https://slidify.dev/2026/recipe">data.sparkline.last-marker</ns1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686300"/>
            <a:ext cx="2495550" cy="209550"/>
          </a:xfrm>
          <a:prstGeom prst="rect">
            <a:avLst/>
          </a:prstGeom>
          <a:noFill/>
          <a:extLst>
            <a:ext uri="https://slidify.dev/2026/recipe">
              <ns16:recipeId xmlns:ns16="https://slidify.dev/2026/recipe">data.kpi-row.cell-1.label</ns1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MRR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972050"/>
            <a:ext cx="2495550" cy="838200"/>
          </a:xfrm>
          <a:prstGeom prst="rect">
            <a:avLst/>
          </a:prstGeom>
          <a:noFill/>
          <a:extLst>
            <a:ext uri="https://slidify.dev/2026/recipe">
              <ns17:recipeId xmlns:ns17="https://slidify.dev/2026/recipe">data.kpi-row.cell-1.value</ns17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$2.4M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886450"/>
            <a:ext cx="2495550" cy="209550"/>
          </a:xfrm>
          <a:prstGeom prst="rect">
            <a:avLst/>
          </a:prstGeom>
          <a:noFill/>
          <a:extLst>
            <a:ext uri="https://slidify.dev/2026/recipe">
              <ns18:recipeId xmlns:ns18="https://slidify.dev/2026/recipe">data.kpi-row.cell-1.delta</ns1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Inter"/>
              </a:rPr>
              <a:t>+18%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1850" y="4191000"/>
            <a:ext cx="9525" cy="1905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9525" cap="flat">
            <a:solidFill>
              <a:srgbClr val="FFFFFF"/>
            </a:solidFill>
            <a:miter/>
          </a:ln>
          <a:extLst>
            <a:ext uri="https://slidify.dev/2026/recipe">
              <ns19:recipeId xmlns:ns19="https://slidify.dev/2026/recipe">data.kpi-row.divider-1</ns19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6150" y="4686300"/>
            <a:ext cx="2495550" cy="209550"/>
          </a:xfrm>
          <a:prstGeom prst="rect">
            <a:avLst/>
          </a:prstGeom>
          <a:noFill/>
          <a:extLst>
            <a:ext uri="https://slidify.dev/2026/recipe">
              <ns20:recipeId xmlns:ns20="https://slidify.dev/2026/recipe">data.kpi-row.cell-2.label</ns2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NET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6150" y="4972050"/>
            <a:ext cx="2495550" cy="838200"/>
          </a:xfrm>
          <a:prstGeom prst="rect">
            <a:avLst/>
          </a:prstGeom>
          <a:noFill/>
          <a:extLst>
            <a:ext uri="https://slidify.dev/2026/recipe">
              <ns21:recipeId xmlns:ns21="https://slidify.dev/2026/recipe">data.kpi-row.cell-2.value</ns2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127%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6150" y="5886450"/>
            <a:ext cx="2495550" cy="209550"/>
          </a:xfrm>
          <a:prstGeom prst="rect">
            <a:avLst/>
          </a:prstGeom>
          <a:noFill/>
          <a:extLst>
            <a:ext uri="https://slidify.dev/2026/recipe">
              <ns22:recipeId xmlns:ns22="https://slidify.dev/2026/recipe">data.kpi-row.cell-2.delta</ns2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Inter"/>
              </a:rPr>
              <a:t>+4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4191000"/>
            <a:ext cx="9525" cy="1905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9525" cap="flat">
            <a:solidFill>
              <a:srgbClr val="FFFFFF"/>
            </a:solidFill>
            <a:miter/>
          </a:ln>
          <a:extLst>
            <a:ext uri="https://slidify.dev/2026/recipe">
              <ns23:recipeId xmlns:ns23="https://slidify.dev/2026/recipe">data.kpi-row.divider-2</ns2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0300" y="4686300"/>
            <a:ext cx="2495550" cy="209550"/>
          </a:xfrm>
          <a:prstGeom prst="rect">
            <a:avLst/>
          </a:prstGeom>
          <a:noFill/>
          <a:extLst>
            <a:ext uri="https://slidify.dev/2026/recipe">
              <ns24:recipeId xmlns:ns24="https://slidify.dev/2026/recipe">data.kpi-row.cell-3.label</ns24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LOGOS SHIPPED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300" y="4972050"/>
            <a:ext cx="2495550" cy="838200"/>
          </a:xfrm>
          <a:prstGeom prst="rect">
            <a:avLst/>
          </a:prstGeom>
          <a:noFill/>
          <a:extLst>
            <a:ext uri="https://slidify.dev/2026/recipe">
              <ns25:recipeId xmlns:ns25="https://slidify.dev/2026/recipe">data.kpi-row.cell-3.value</ns25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241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300" y="5886450"/>
            <a:ext cx="2495550" cy="209550"/>
          </a:xfrm>
          <a:prstGeom prst="rect">
            <a:avLst/>
          </a:prstGeom>
          <a:noFill/>
          <a:extLst>
            <a:ext uri="https://slidify.dev/2026/recipe">
              <ns26:recipeId xmlns:ns26="https://slidify.dev/2026/recipe">data.kpi-row.cell-3.delta</ns2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Inter"/>
              </a:rPr>
              <a:t>+62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0150" y="4191000"/>
            <a:ext cx="9525" cy="1905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0" y="100000"/>
                </a:lnTo>
              </a:path>
            </a:pathLst>
          </a:custGeom>
          <a:noFill/>
          <a:ln w="9525" cap="flat">
            <a:solidFill>
              <a:srgbClr val="FFFFFF"/>
            </a:solidFill>
            <a:miter/>
          </a:ln>
          <a:extLst>
            <a:ext uri="https://slidify.dev/2026/recipe">
              <ns27:recipeId xmlns:ns27="https://slidify.dev/2026/recipe">data.kpi-row.divider-3</ns27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4450" y="4686300"/>
            <a:ext cx="2495550" cy="209550"/>
          </a:xfrm>
          <a:prstGeom prst="rect">
            <a:avLst/>
          </a:prstGeom>
          <a:noFill/>
          <a:extLst>
            <a:ext uri="https://slidify.dev/2026/recipe">
              <ns28:recipeId xmlns:ns28="https://slidify.dev/2026/recipe">data.kpi-row.cell-4.label</ns2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Inter"/>
              </a:rPr>
              <a:t>P95 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4450" y="4972050"/>
            <a:ext cx="2495550" cy="838200"/>
          </a:xfrm>
          <a:prstGeom prst="rect">
            <a:avLst/>
          </a:prstGeom>
          <a:noFill/>
          <a:extLst>
            <a:ext uri="https://slidify.dev/2026/recipe">
              <ns29:recipeId xmlns:ns29="https://slidify.dev/2026/recipe">data.kpi-row.cell-4.value</ns29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94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4450" y="5886450"/>
            <a:ext cx="2495550" cy="209550"/>
          </a:xfrm>
          <a:prstGeom prst="rect">
            <a:avLst/>
          </a:prstGeom>
          <a:noFill/>
          <a:extLst>
            <a:ext uri="https://slidify.dev/2026/recipe">
              <ns30:recipeId xmlns:ns30="https://slidify.dev/2026/recipe">data.kpi-row.cell-4.delta</ns3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Inter"/>
              </a:rPr>
              <a:t>-11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3200" cy="27432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slot.eyebrow.text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2026 PLAN OF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82296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85800"/>
            <a:ext cx="5120640" cy="548640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1:recipeId xmlns:ns1="https://slidify.dev/2026/recipe">surface.shape-fill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9840" y="685800"/>
            <a:ext cx="4937760" cy="260604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2:recipeId xmlns:ns2="https://slidify.dev/2026/recipe">surface.shape-fill</ns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9840" y="3566160"/>
            <a:ext cx="2353056" cy="260604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3:recipeId xmlns:ns3="https://slidify.dev/2026/recipe">surface.shape-fill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24544" y="3566160"/>
            <a:ext cx="2353056" cy="260604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4:recipeId xmlns:ns4="https://slidify.dev/2026/recipe">surface.shape-fill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19200" y="891540"/>
            <a:ext cx="4511040" cy="507492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5:recipeId xmlns:ns5="https://slidify.dev/2026/recipe">slot.code.bg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7800" y="1120140"/>
            <a:ext cx="4053840" cy="4617720"/>
          </a:xfrm>
          <a:prstGeom prst="rect">
            <a:avLst/>
          </a:prstGeom>
          <a:noFill/>
          <a:extLst>
            <a:ext uri="https://slidify.dev/2026/recipe">
              <ns6:recipeId xmlns:ns6="https://slidify.dev/2026/recipe">slot.code.body</ns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D4D4D8"/>
                </a:solidFill>
                <a:latin typeface="Consolas"/>
              </a:rPr>
              <a:t>await convert(\"deck.html\", \"out.pptx\")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39640" y="1005840"/>
            <a:ext cx="876300" cy="209550"/>
          </a:xfrm>
          <a:prstGeom prst="round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7:recipeId xmlns:ns7="https://slidify.dev/2026/recipe">slot.code.lang-pill</ns7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9640" y="1005840"/>
            <a:ext cx="876300" cy="209550"/>
          </a:xfrm>
          <a:prstGeom prst="rect">
            <a:avLst/>
          </a:prstGeom>
          <a:noFill/>
          <a:extLst>
            <a:ext uri="https://slidify.dev/2026/recipe">
              <ns8:recipeId xmlns:ns8="https://slidify.dev/2026/recipe">slot.code.lang-pill</ns8:recipeId>
            </a:ext>
          </a:extLst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1A1AA"/>
                </a:solidFill>
                <a:latin typeface="Inter"/>
              </a:rPr>
              <a:t>TYPESCRIPT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85800"/>
            <a:ext cx="10363200" cy="51435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1:recipeId xmlns:ns1="https://slidify.dev/2026/recipe">chrome.window-frame.surface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10363200" cy="266700"/>
          </a:xfrm>
          <a:prstGeom prst="rect">
            <a:avLst/>
          </a:prstGeom>
          <a:solidFill>
            <a:srgbClr val="16162A"/>
          </a:solidFill>
          <a:ln>
            <a:noFill/>
          </a:ln>
          <a:extLst>
            <a:ext uri="https://slidify.dev/2026/recipe">
              <ns2:recipeId xmlns:ns2="https://slidify.dev/2026/recipe">chrome.window-frame.titlebar</ns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" y="762000"/>
            <a:ext cx="114300" cy="114300"/>
          </a:xfrm>
          <a:prstGeom prst="ellipse">
            <a:avLst/>
          </a:prstGeom>
          <a:solidFill>
            <a:srgbClr val="EF4444"/>
          </a:solidFill>
          <a:ln>
            <a:noFill/>
          </a:ln>
          <a:extLst>
            <a:ext uri="https://slidify.dev/2026/recipe">
              <ns3:recipeId xmlns:ns3="https://slidify.dev/2026/recipe">chrome.window-frame.dot-1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0150" y="762000"/>
            <a:ext cx="114300" cy="114300"/>
          </a:xfrm>
          <a:prstGeom prst="ellipse">
            <a:avLst/>
          </a:prstGeom>
          <a:solidFill>
            <a:srgbClr val="F59E0B"/>
          </a:solidFill>
          <a:ln>
            <a:noFill/>
          </a:ln>
          <a:extLst>
            <a:ext uri="https://slidify.dev/2026/recipe">
              <ns4:recipeId xmlns:ns4="https://slidify.dev/2026/recipe">chrome.window-frame.dot-2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7620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  <a:extLst>
            <a:ext uri="https://slidify.dev/2026/recipe">
              <ns5:recipeId xmlns:ns5="https://slidify.dev/2026/recipe">chrome.window-frame.dot-3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76400" y="685800"/>
            <a:ext cx="8839200" cy="266700"/>
          </a:xfrm>
          <a:prstGeom prst="rect">
            <a:avLst/>
          </a:prstGeom>
          <a:noFill/>
          <a:extLst>
            <a:ext uri="https://slidify.dev/2026/recipe">
              <ns6:recipeId xmlns:ns6="https://slidify.dev/2026/recipe">chrome.window-frame.url</ns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app.slidify.io/dashboard</a:t>
            </a:r>
          </a:p>
        </p:txBody>
      </p:sp>
      <p:sp>
        <p:nvSpPr>
          <p:cNvPr id="9" name="Oval 8"/>
          <p:cNvSpPr/>
          <p:nvPr/>
        </p:nvSpPr>
        <p:spPr>
          <a:xfrm>
            <a:off x="2438400" y="2057400"/>
            <a:ext cx="609600" cy="480060"/>
          </a:xfrm>
          <a:prstGeom prst="ellipse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7:recipeId xmlns:ns7="https://slidify.dev/2026/recipe">surface.shape-fill</ns7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8400" y="2081403"/>
            <a:ext cx="609600" cy="456057"/>
          </a:xfrm>
          <a:prstGeom prst="rect">
            <a:avLst/>
          </a:prstGeom>
          <a:noFill/>
          <a:extLst>
            <a:ext uri="https://slidify.dev/2026/recipe">
              <ns8:recipeId xmlns:ns8="https://slidify.dev/2026/recipe">slot.numeral</ns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6705600" y="3429000"/>
            <a:ext cx="609600" cy="480060"/>
          </a:xfrm>
          <a:prstGeom prst="ellipse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9:recipeId xmlns:ns9="https://slidify.dev/2026/recipe">surface.shape-fill</ns9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600" y="3453003"/>
            <a:ext cx="609600" cy="456057"/>
          </a:xfrm>
          <a:prstGeom prst="rect">
            <a:avLst/>
          </a:prstGeom>
          <a:noFill/>
          <a:extLst>
            <a:ext uri="https://slidify.dev/2026/recipe">
              <ns10:recipeId xmlns:ns10="https://slidify.dev/2026/recipe">slot.numeral</ns1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57400"/>
            <a:ext cx="2194560" cy="48006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50000"/>
                </a:moveTo>
                <a:lnTo>
                  <a:pt x="100000" y="50000"/>
                </a:lnTo>
              </a:path>
            </a:pathLst>
          </a:custGeom>
          <a:noFill/>
          <a:ln w="14288" cap="rnd">
            <a:solidFill>
              <a:srgbClr val="16162A"/>
            </a:solidFill>
            <a:miter/>
            <a:tailEnd type="triangle" w="med" len="med"/>
          </a:ln>
          <a:extLst>
            <a:ext uri="https://slidify.dev/2026/recipe">
              <ns11:recipeId xmlns:ns11="https://slidify.dev/2026/recipe">annotation.leader-line</ns1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1371600"/>
            <a:ext cx="9753600" cy="278130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slot.quote.body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 i="0" u="none">
                <a:solidFill>
                  <a:srgbClr val="F5F5F7"/>
                </a:solidFill>
                <a:latin typeface="Inter"/>
              </a:rPr>
              <a:t>A deck that survives both copy edits and a board download — without raster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4152900"/>
            <a:ext cx="9753600" cy="30480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slot.quote.attribution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Anonymous design partner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3200" cy="27432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slot.eyebrow.text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PLATFORM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82296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63200" cy="274320"/>
          </a:xfrm>
          <a:prstGeom prst="rect">
            <a:avLst/>
          </a:prstGeom>
          <a:noFill/>
          <a:extLst>
            <a:ext uri="https://slidify.dev/2026/recipe">
              <ns1:recipeId xmlns:ns1="https://slidify.dev/2026/recipe">slot.eyebrow.text</ns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3200" cy="82296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3:recipeId xmlns:ns3="https://slidify.dev/2026/recipe">surface.shape-fill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1040" y="274320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4:recipeId xmlns:ns4="https://slidify.dev/2026/recipe">surface.shape-fill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7680" y="274320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5:recipeId xmlns:ns5="https://slidify.dev/2026/recipe">surface.shape-fill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42341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6:recipeId xmlns:ns6="https://slidify.dev/2026/recipe">surface.shape-fill</ns6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11040" y="442341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7:recipeId xmlns:ns7="https://slidify.dev/2026/recipe">surface.shape-fill</ns7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07680" y="4423410"/>
            <a:ext cx="3230880" cy="1371600"/>
          </a:xfrm>
          <a:prstGeom prst="roundRect">
            <a:avLst/>
          </a:prstGeom>
          <a:solidFill>
            <a:srgbClr val="0E0E1A"/>
          </a:solidFill>
          <a:ln>
            <a:noFill/>
          </a:ln>
          <a:extLst>
            <a:ext uri="https://slidify.dev/2026/recipe">
              <ns8:recipeId xmlns:ns8="https://slidify.dev/2026/recipe">surface.shape-fill</ns8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200" y="2948940"/>
            <a:ext cx="2621280" cy="274320"/>
          </a:xfrm>
          <a:prstGeom prst="rect">
            <a:avLst/>
          </a:prstGeom>
          <a:noFill/>
          <a:extLst>
            <a:ext uri="https://slidify.dev/2026/recipe">
              <ns9:recipeId xmlns:ns9="https://slidify.dev/2026/recipe">slot.eyebrow.text</ns9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IR &amp; COMPILER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840" y="2948940"/>
            <a:ext cx="2621280" cy="274320"/>
          </a:xfrm>
          <a:prstGeom prst="rect">
            <a:avLst/>
          </a:prstGeom>
          <a:noFill/>
          <a:extLst>
            <a:ext uri="https://slidify.dev/2026/recipe">
              <ns10:recipeId xmlns:ns10="https://slidify.dev/2026/recipe">slot.eyebrow.text</ns1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PRIMITIVES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48940"/>
            <a:ext cx="2621280" cy="274320"/>
          </a:xfrm>
          <a:prstGeom prst="rect">
            <a:avLst/>
          </a:prstGeom>
          <a:noFill/>
          <a:extLst>
            <a:ext uri="https://slidify.dev/2026/recipe">
              <ns11:recipeId xmlns:ns11="https://slidify.dev/2026/recipe">slot.eyebrow.text</ns11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RECIPES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629150"/>
            <a:ext cx="2621280" cy="274320"/>
          </a:xfrm>
          <a:prstGeom prst="rect">
            <a:avLst/>
          </a:prstGeom>
          <a:noFill/>
          <a:extLst>
            <a:ext uri="https://slidify.dev/2026/recipe">
              <ns12:recipeId xmlns:ns12="https://slidify.dev/2026/recipe">slot.eyebrow.text</ns1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HARVESTER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5840" y="4629150"/>
            <a:ext cx="2621280" cy="274320"/>
          </a:xfrm>
          <a:prstGeom prst="rect">
            <a:avLst/>
          </a:prstGeom>
          <a:noFill/>
          <a:extLst>
            <a:ext uri="https://slidify.dev/2026/recipe">
              <ns13:recipeId xmlns:ns13="https://slidify.dev/2026/recipe">slot.eyebrow.text</ns1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PPTX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629150"/>
            <a:ext cx="2621280" cy="274320"/>
          </a:xfrm>
          <a:prstGeom prst="rect">
            <a:avLst/>
          </a:prstGeom>
          <a:noFill/>
          <a:extLst>
            <a:ext uri="https://slidify.dev/2026/recipe">
              <ns14:recipeId xmlns:ns14="https://slidify.dev/2026/recipe">slot.eyebrow.text</ns14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DESIGN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360420"/>
            <a:ext cx="2621280" cy="685800"/>
          </a:xfrm>
          <a:prstGeom prst="rect">
            <a:avLst/>
          </a:prstGeom>
          <a:noFill/>
          <a:extLst>
            <a:ext uri="https://slidify.dev/2026/recipe">
              <ns15:recipeId xmlns:ns15="https://slidify.dev/2026/recipe">slot.numeral</ns15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Avery 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5840" y="3360420"/>
            <a:ext cx="2621280" cy="685800"/>
          </a:xfrm>
          <a:prstGeom prst="rect">
            <a:avLst/>
          </a:prstGeom>
          <a:noFill/>
          <a:extLst>
            <a:ext uri="https://slidify.dev/2026/recipe">
              <ns16:recipeId xmlns:ns16="https://slidify.dev/2026/recipe">slot.numeral</ns16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Bo 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60420"/>
            <a:ext cx="2621280" cy="685800"/>
          </a:xfrm>
          <a:prstGeom prst="rect">
            <a:avLst/>
          </a:prstGeom>
          <a:noFill/>
          <a:extLst>
            <a:ext uri="https://slidify.dev/2026/recipe">
              <ns17:recipeId xmlns:ns17="https://slidify.dev/2026/recipe">slot.numeral</ns17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Cyn 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5040630"/>
            <a:ext cx="2621280" cy="685800"/>
          </a:xfrm>
          <a:prstGeom prst="rect">
            <a:avLst/>
          </a:prstGeom>
          <a:noFill/>
          <a:extLst>
            <a:ext uri="https://slidify.dev/2026/recipe">
              <ns18:recipeId xmlns:ns18="https://slidify.dev/2026/recipe">slot.numeral</ns18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Dev 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5840" y="5040630"/>
            <a:ext cx="2621280" cy="685800"/>
          </a:xfrm>
          <a:prstGeom prst="rect">
            <a:avLst/>
          </a:prstGeom>
          <a:noFill/>
          <a:extLst>
            <a:ext uri="https://slidify.dev/2026/recipe">
              <ns19:recipeId xmlns:ns19="https://slidify.dev/2026/recipe">slot.numeral</ns19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Eli 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40630"/>
            <a:ext cx="2621280" cy="685800"/>
          </a:xfrm>
          <a:prstGeom prst="rect">
            <a:avLst/>
          </a:prstGeom>
          <a:noFill/>
          <a:extLst>
            <a:ext uri="https://slidify.dev/2026/recipe">
              <ns20:recipeId xmlns:ns20="https://slidify.dev/2026/recipe">slot.numeral</ns20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solidFill>
                  <a:srgbClr val="F5F5F7"/>
                </a:solidFill>
                <a:latin typeface="Inter"/>
              </a:rPr>
              <a:t>Fia 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32000"/>
                </a:srgbClr>
              </a:gs>
              <a:gs pos="16667">
                <a:srgbClr val="A78BFA">
                  <a:alpha val="26667"/>
                </a:srgbClr>
              </a:gs>
              <a:gs pos="33333">
                <a:srgbClr val="A78BFA">
                  <a:alpha val="21333"/>
                </a:srgbClr>
              </a:gs>
              <a:gs pos="50000">
                <a:srgbClr val="A78BFA">
                  <a:alpha val="16000"/>
                </a:srgbClr>
              </a:gs>
              <a:gs pos="66667">
                <a:srgbClr val="A78BFA">
                  <a:alpha val="10667"/>
                </a:srgbClr>
              </a:gs>
              <a:gs pos="83333">
                <a:srgbClr val="A78BFA">
                  <a:alpha val="53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  <a:extLst>
            <a:ext uri="https://slidify.dev/2026/recipe">
              <ns1:recipeId xmlns:ns1="https://slidify.dev/2026/recipe">surface.radial-blob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noFill/>
          <a:extLst>
            <a:ext uri="https://slidify.dev/2026/recipe">
              <ns2:recipeId xmlns:ns2="https://slidify.dev/2026/recipe">surface.pattern-tile</ns2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0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8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5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3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0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8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6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3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71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Oval 8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1" name="Oval 8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Oval 8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Oval 8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Oval 8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7" name="Oval 8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Oval 8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0" name="Oval 8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Oval 8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Oval 8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Oval 8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6" name="Oval 8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Oval 8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9" name="Oval 8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Oval 8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2" name="Oval 8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Oval 8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5" name="Oval 8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Oval 8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Oval 8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Oval 8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9" name="Oval 8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Oval 8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1" name="Oval 8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Oval 8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3" name="Oval 8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4" name="Oval 8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5" name="Oval 8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6" name="Oval 8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7" name="Oval 8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8" name="Oval 8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9" name="Oval 8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0" name="Oval 8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1" name="Oval 8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Oval 8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Oval 8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4" name="Oval 8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5" name="Oval 8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Oval 8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7" name="Oval 8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8" name="Oval 8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Oval 8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0" name="Oval 8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1" name="Oval 8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Oval 8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Oval 8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Oval 8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5" name="Oval 8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Oval 8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7" name="Oval 8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Oval 8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9" name="Oval 8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Oval 8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1" name="Oval 8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Oval 8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3" name="Oval 8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4" name="Oval 8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79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Oval 8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6" name="Oval 8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7" name="Oval 8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8" name="Oval 8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9" name="Oval 8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0" name="Oval 8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Oval 8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2" name="Oval 8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3" name="Oval 8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4" name="Oval 8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5" name="Oval 8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6" name="Oval 8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Oval 8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8" name="Oval 8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9" name="Oval 8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" name="Oval 8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" name="Oval 9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Oval 9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Oval 9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5" name="Oval 9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Oval 9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Oval 9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Oval 9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Oval 9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Oval 9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Oval 9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3" name="Oval 9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Oval 9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5" name="Oval 9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Oval 9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Oval 9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9" name="Oval 9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Oval 9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Oval 9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Oval 9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3" name="Oval 9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Oval 9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Oval 9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Oval 9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7" name="Oval 9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Oval 9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9" name="Oval 9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Oval 9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Oval 9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Oval 9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3" name="Oval 9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Oval 9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5" name="Oval 9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6" name="Oval 9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Oval 9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8" name="Oval 9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9" name="Oval 9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Oval 9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1" name="Oval 9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2" name="Oval 9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Oval 9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Oval 9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8" name="Oval 9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Oval 9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Oval 9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4" name="Oval 9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Oval 9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6" name="Oval 9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Oval 9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Oval 9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Oval 9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0" name="Oval 9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Oval 9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86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Oval 9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6" name="Oval 9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7" name="Oval 9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Oval 9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Oval 9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Oval 9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Oval 9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Oval 9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Oval 9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Oval 9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8" name="Oval 9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9" name="Oval 9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Oval 9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4" name="Oval 9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Oval 9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Oval 9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7" name="Oval 9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8" name="Oval 9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Oval 9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" name="Oval 9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Oval 9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5" name="Oval 9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Oval 9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Oval 9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Oval 10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Oval 10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Oval 10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Oval 10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Oval 10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6" name="Oval 10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Oval 10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Oval 10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9" name="Oval 10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0" name="Oval 10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Oval 10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Oval 10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Oval 10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Oval 10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val 10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Oval 10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4" name="Oval 10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val 10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Oval 10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7" name="Oval 10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8" name="Oval 10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val 10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Oval 10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Oval 10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Oval 10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val 10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Oval 10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Oval 10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1" name="Oval 10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val 10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Oval 10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4" name="Oval 10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94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Oval 10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Oval 10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Oval 10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val 10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Oval 10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Oval 10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Oval 10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Oval 10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Oval 10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Oval 10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val 10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Oval 10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Oval 10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Oval 10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Oval 10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Oval 10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Oval 10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Oval 10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Oval 10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Oval 10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Oval 10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Oval 10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Oval 10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Oval 10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Oval 10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Oval 10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4" name="Oval 10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Oval 10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6" name="Oval 10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7" name="Oval 10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Oval 10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2" name="Oval 10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3" name="Oval 10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Oval 10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5" name="Oval 10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Oval 10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Oval 10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1" name="Oval 11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Oval 11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Oval 11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Oval 11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Oval 11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Oval 11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Oval 11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Oval 11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Oval 11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Oval 11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Oval 11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Oval 11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Oval 11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Oval 11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Oval 11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Oval 11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Oval 11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Oval 11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01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5" name="Oval 11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Oval 11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7" name="Oval 11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Oval 11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9" name="Oval 11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Oval 11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Oval 11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Oval 11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3" name="Oval 11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Oval 11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5" name="Oval 11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Oval 11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Oval 11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Oval 11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2" name="Oval 11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Oval 11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4" name="Oval 11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5" name="Oval 11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6" name="Oval 11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Oval 11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8" name="Oval 11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9" name="Oval 11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Oval 11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1" name="Oval 11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Oval 11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Oval 11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Oval 11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5" name="Oval 11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6" name="Oval 11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Oval 11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Oval 11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9" name="Oval 11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Oval 11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1" name="Oval 11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2" name="Oval 11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Oval 11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4" name="Oval 11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5" name="Oval 11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Oval 11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7" name="Oval 11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8" name="Oval 11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Oval 11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0" name="Oval 11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1" name="Oval 11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Oval 11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3" name="Oval 11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4" name="Oval 11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Oval 11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6" name="Oval 11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7" name="Oval 11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Oval 11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9" name="Oval 11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0" name="Oval 11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Oval 11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2" name="Oval 11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3" name="Oval 11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Oval 11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5" name="Oval 11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6" name="Oval 11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Oval 11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8" name="Oval 11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9" name="Oval 11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Oval 11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1" name="Oval 11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2" name="Oval 11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Oval 11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4" name="Oval 11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5" name="Oval 11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Oval 11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7" name="Oval 11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8" name="Oval 11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Oval 11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0" name="Oval 11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1" name="Oval 12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Oval 12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3" name="Oval 12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4" name="Oval 12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09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5" name="Oval 12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6" name="Oval 12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7" name="Oval 12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8" name="Oval 12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9" name="Oval 12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0" name="Oval 12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1" name="Oval 12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2" name="Oval 12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3" name="Oval 12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4" name="Oval 12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5" name="Oval 12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6" name="Oval 12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7" name="Oval 12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8" name="Oval 12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9" name="Oval 12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Oval 12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1" name="Oval 12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2" name="Oval 12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Oval 12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4" name="Oval 12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5" name="Oval 12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Oval 12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7" name="Oval 12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8" name="Oval 12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Oval 12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0" name="Oval 12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1" name="Oval 12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Oval 12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3" name="Oval 12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4" name="Oval 12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Oval 12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6" name="Oval 12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7" name="Oval 12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Oval 12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9" name="Oval 12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0" name="Oval 12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Oval 12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2" name="Oval 12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3" name="Oval 12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Oval 12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5" name="Oval 12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6" name="Oval 12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Oval 12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8" name="Oval 12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9" name="Oval 12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Oval 12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1" name="Oval 12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2" name="Oval 12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Oval 12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4" name="Oval 12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5" name="Oval 12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Oval 12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7" name="Oval 12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8" name="Oval 12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Oval 12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0" name="Oval 12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1" name="Oval 12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Oval 12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3" name="Oval 12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Oval 12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5" name="Oval 12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Oval 12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7" name="Oval 12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8" name="Oval 12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Oval 12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0" name="Oval 12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1" name="Oval 12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Oval 12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3" name="Oval 12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4" name="Oval 12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Oval 12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6" name="Oval 12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7" name="Oval 12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Oval 12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9" name="Oval 12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Oval 12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Oval 12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2" name="Oval 12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Oval 12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Oval 12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17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Oval 12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6" name="Oval 12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Oval 12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8" name="Oval 12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Oval 12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Oval 12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Oval 12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2" name="Oval 12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Oval 12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Oval 12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5" name="Oval 12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Oval 12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Oval 12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8" name="Oval 12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Oval 12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Oval 12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Oval 13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Oval 13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Oval 13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Oval 13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Oval 13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Oval 13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Oval 13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8" name="Oval 13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Oval 13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Oval 13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1" name="Oval 13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Oval 13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3" name="Oval 13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Oval 13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Oval 13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Oval 13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Oval 13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Oval 13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Oval 13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Oval 13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Oval 13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Oval 13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Oval 13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Oval 13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Oval 13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Oval 13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Oval 13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Oval 13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Oval 13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Oval 13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Oval 13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Oval 13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Oval 13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Oval 13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Oval 13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Oval 13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Oval 13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Oval 13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Oval 13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Oval 13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Oval 13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Oval 13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Oval 13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Oval 13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Oval 13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Oval 13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Oval 13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Oval 13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Oval 13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Oval 13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Oval 13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Oval 13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Oval 13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Oval 13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Oval 13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Oval 13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Oval 13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Oval 13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Oval 13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Oval 13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Oval 13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Oval 13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Oval 13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Oval 13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24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Oval 13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Oval 13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Oval 13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Oval 13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Oval 13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Oval 13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Oval 13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Oval 13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Oval 13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Oval 13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Oval 13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Oval 13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Oval 13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Oval 13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Oval 13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Oval 13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Oval 13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Oval 13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Oval 13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Oval 13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Oval 13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6" name="Oval 13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7" name="Oval 13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Oval 13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9" name="Oval 13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Oval 13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Oval 13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Oval 13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Oval 13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Oval 13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Oval 13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6" name="Oval 13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7" name="Oval 13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Oval 13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9" name="Oval 13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0" name="Oval 13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Oval 14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Oval 14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3" name="Oval 14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Oval 14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Oval 14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Oval 14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Oval 14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8" name="Oval 14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9" name="Oval 14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Oval 14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1" name="Oval 14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2" name="Oval 14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Oval 14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4" name="Oval 14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5" name="Oval 14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Oval 14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7" name="Oval 14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8" name="Oval 14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Oval 14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0" name="Oval 14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1" name="Oval 14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Oval 14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3" name="Oval 14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4" name="Oval 14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Oval 14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6" name="Oval 14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7" name="Oval 14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Oval 14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9" name="Oval 14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0" name="Oval 14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Oval 14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Oval 14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Oval 14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Oval 14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Oval 14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6" name="Oval 14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Oval 14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Oval 14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9" name="Oval 14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0" name="Oval 14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Oval 14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2" name="Oval 14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3" name="Oval 14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Oval 14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32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Oval 14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Oval 14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Oval 14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8" name="Oval 14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Oval 14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Oval 14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1" name="Oval 14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2" name="Oval 14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Oval 14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4" name="Oval 14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5" name="Oval 14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Oval 14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7" name="Oval 14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8" name="Oval 14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Oval 14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0" name="Oval 14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1" name="Oval 14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Oval 14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3" name="Oval 14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4" name="Oval 14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5" name="Oval 14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Oval 14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7" name="Oval 14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8" name="Oval 14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Oval 14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0" name="Oval 14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1" name="Oval 14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Oval 14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3" name="Oval 14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4" name="Oval 14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Oval 14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Oval 14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7" name="Oval 14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8" name="Oval 14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Oval 14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0" name="Oval 14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1" name="Oval 14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Oval 14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3" name="Oval 14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4" name="Oval 14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Oval 14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6" name="Oval 14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7" name="Oval 14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Oval 14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9" name="Oval 14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0" name="Oval 14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Oval 14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2" name="Oval 14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3" name="Oval 14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Oval 14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5" name="Oval 14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6" name="Oval 14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Oval 14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8" name="Oval 14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9" name="Oval 14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Oval 14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1" name="Oval 15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2" name="Oval 15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Oval 15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4" name="Oval 15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5" name="Oval 15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Oval 15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7" name="Oval 15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8" name="Oval 15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Oval 15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0" name="Oval 15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1" name="Oval 15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Oval 15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3" name="Oval 15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4" name="Oval 15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Oval 15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6" name="Oval 15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7" name="Oval 15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Oval 15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9" name="Oval 15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0" name="Oval 15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Oval 15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2" name="Oval 15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3" name="Oval 15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Oval 15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40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5" name="Oval 15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6" name="Oval 15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7" name="Oval 15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8" name="Oval 15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9" name="Oval 15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0" name="Oval 15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1" name="Oval 15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2" name="Oval 15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3" name="Oval 15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4" name="Oval 15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5" name="Oval 15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" name="Oval 15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" name="Oval 15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" name="Oval 15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" name="Oval 15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" name="Oval 15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" name="Oval 15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Oval 15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" name="Oval 15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4" name="Oval 15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Oval 15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6" name="Oval 15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7" name="Oval 15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Oval 15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9" name="Oval 15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0" name="Oval 15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Oval 15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2" name="Oval 15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3" name="Oval 15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Oval 15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5" name="Oval 15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6" name="Oval 15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Oval 15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8" name="Oval 15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9" name="Oval 15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Oval 15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1" name="Oval 15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2" name="Oval 15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Oval 15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4" name="Oval 15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5" name="Oval 15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Oval 15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7" name="Oval 15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8" name="Oval 15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Oval 15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0" name="Oval 15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1" name="Oval 15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Oval 15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3" name="Oval 15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4" name="Oval 15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Oval 15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6" name="Oval 15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7" name="Oval 15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Oval 15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9" name="Oval 15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0" name="Oval 15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Oval 15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2" name="Oval 15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3" name="Oval 15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Oval 15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5" name="Oval 15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6" name="Oval 15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7" name="Oval 15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Oval 15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9" name="Oval 15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0" name="Oval 15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Oval 15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2" name="Oval 15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3" name="Oval 15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Oval 15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5" name="Oval 15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6" name="Oval 15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Oval 15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8" name="Oval 15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9" name="Oval 15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Oval 15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1" name="Oval 16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2" name="Oval 16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Oval 16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4" name="Oval 16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47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5" name="Oval 16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Oval 16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7" name="Oval 16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8" name="Oval 16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Oval 16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0" name="Oval 16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1" name="Oval 16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Oval 16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3" name="Oval 16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4" name="Oval 16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Oval 16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6" name="Oval 16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7" name="Oval 16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Oval 16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9" name="Oval 16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0" name="Oval 16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1" name="Oval 16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Oval 16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3" name="Oval 16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4" name="Oval 16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Oval 16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" name="Oval 16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7" name="Oval 16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Oval 16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9" name="Oval 16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0" name="Oval 16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Oval 16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2" name="Oval 16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3" name="Oval 16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Oval 16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5" name="Oval 16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6" name="Oval 16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Oval 16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8" name="Oval 16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9" name="Oval 16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Oval 16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1" name="Oval 16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2" name="Oval 16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Oval 16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4" name="Oval 16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5" name="Oval 16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Oval 16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7" name="Oval 16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8" name="Oval 16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Oval 16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0" name="Oval 16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1" name="Oval 16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Oval 16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3" name="Oval 16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4" name="Oval 16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Oval 16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6" name="Oval 16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7" name="Oval 16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Oval 16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9" name="Oval 16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0" name="Oval 16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Oval 16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2" name="Oval 16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3" name="Oval 16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Oval 16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5" name="Oval 16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6" name="Oval 16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7" name="Oval 16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Oval 16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9" name="Oval 16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0" name="Oval 16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Oval 16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2" name="Oval 16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3" name="Oval 16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Oval 16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5" name="Oval 16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6" name="Oval 16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Oval 16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8" name="Oval 16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9" name="Oval 16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Oval 16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1" name="Oval 16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2" name="Oval 16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Oval 16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4" name="Oval 16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55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Oval 16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Oval 16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7" name="Oval 16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Oval 16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Oval 16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Oval 16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Oval 16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Oval 16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Oval 16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Oval 16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Oval 16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Oval 16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Oval 16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Oval 16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9" name="Oval 16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0" name="Oval 16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Oval 17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2" name="Oval 17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3" name="Oval 17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Oval 17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5" name="Oval 17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6" name="Oval 17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Oval 17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8" name="Oval 17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9" name="Oval 17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Oval 17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1" name="Oval 17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2" name="Oval 17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3" name="Oval 17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Oval 17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5" name="Oval 17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6" name="Oval 17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Oval 17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8" name="Oval 17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Oval 17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Oval 17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1" name="Oval 17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Oval 17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Oval 17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4" name="Oval 17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Oval 17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Oval 17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7" name="Oval 17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8" name="Oval 17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Oval 17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Oval 17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1" name="Oval 17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Oval 17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3" name="Oval 17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4" name="Oval 17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Oval 17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6" name="Oval 17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7" name="Oval 17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Oval 17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9" name="Oval 17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0" name="Oval 17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Oval 17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" name="Oval 17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" name="Oval 17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Oval 17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" name="Oval 17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" name="Oval 17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Oval 17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" name="Oval 17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" name="Oval 17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Oval 17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1" name="Oval 17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2" name="Oval 17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Oval 17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4" name="Oval 17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5" name="Oval 17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Oval 17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7" name="Oval 17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8" name="Oval 17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Oval 17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Oval 17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1" name="Oval 17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2" name="Oval 17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Oval 17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Oval 17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62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5" name="Oval 17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Oval 17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7" name="Oval 17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8" name="Oval 17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Oval 17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0" name="Oval 17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1" name="Oval 17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Oval 17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3" name="Oval 17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4" name="Oval 17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Oval 17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6" name="Oval 17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7" name="Oval 17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Oval 17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9" name="Oval 17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0" name="Oval 17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1" name="Oval 17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Oval 17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3" name="Oval 17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4" name="Oval 17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Oval 17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6" name="Oval 17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7" name="Oval 17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Oval 17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9" name="Oval 17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0" name="Oval 17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Oval 17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2" name="Oval 17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3" name="Oval 17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4" name="Oval 17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Oval 17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Oval 17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7" name="Oval 17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Oval 17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9" name="Oval 17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0" name="Oval 17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Oval 18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2" name="Oval 18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3" name="Oval 18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Oval 18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5" name="Oval 18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6" name="Oval 18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Oval 18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8" name="Oval 18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9" name="Oval 18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Oval 18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1" name="Oval 18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2" name="Oval 18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Oval 18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4" name="Oval 18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5" name="Oval 18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Oval 18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7" name="Oval 18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8" name="Oval 18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Oval 18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0" name="Oval 18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Oval 18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Oval 18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3" name="Oval 18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Oval 18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Oval 18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6" name="Oval 18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Oval 18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Oval 18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9" name="Oval 18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Oval 18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Oval 18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2" name="Oval 18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Oval 18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Oval 18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5" name="Oval 18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6" name="Oval 18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Oval 18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8" name="Oval 18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9" name="Oval 18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0" name="Oval 18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1" name="Oval 18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2" name="Oval 18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3" name="Oval 18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4" name="Oval 18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70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5" name="Oval 18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6" name="Oval 18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7" name="Oval 18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8" name="Oval 18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9" name="Oval 18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0" name="Oval 18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1" name="Oval 18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2" name="Oval 18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3" name="Oval 18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4" name="Oval 18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Oval 18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6" name="Oval 18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7" name="Oval 18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Oval 18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9" name="Oval 18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0" name="Oval 18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Oval 18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2" name="Oval 18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3" name="Oval 18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Oval 18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5" name="Oval 18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6" name="Oval 18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Oval 18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8" name="Oval 18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9" name="Oval 18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0" name="Oval 18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1" name="Oval 18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2" name="Oval 18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3" name="Oval 18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4" name="Oval 18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5" name="Oval 18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6" name="Oval 18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7" name="Oval 18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8" name="Oval 18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9" name="Oval 18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0" name="Oval 18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1" name="Oval 18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2" name="Oval 18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3" name="Oval 18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4" name="Oval 18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5" name="Oval 18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6" name="Oval 18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7" name="Oval 18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8" name="Oval 18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9" name="Oval 18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0" name="Oval 18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1" name="Oval 18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2" name="Oval 18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Oval 18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4" name="Oval 18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5" name="Oval 18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Oval 18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7" name="Oval 18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8" name="Oval 18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Oval 18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0" name="Oval 18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1" name="Oval 19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2" name="Oval 19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3" name="Oval 19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4" name="Oval 19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5" name="Oval 19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6" name="Oval 19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7" name="Oval 19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8" name="Oval 19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9" name="Oval 19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0" name="Oval 19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1" name="Oval 19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2" name="Oval 19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3" name="Oval 19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4" name="Oval 19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5" name="Oval 19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6" name="Oval 19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7" name="Oval 19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8" name="Oval 19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9" name="Oval 19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0" name="Oval 19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1" name="Oval 19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2" name="Oval 19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3" name="Oval 19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4" name="Oval 19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78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5" name="Oval 19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6" name="Oval 19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7" name="Oval 19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8" name="Oval 19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9" name="Oval 19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0" name="Oval 19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1" name="Oval 19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2" name="Oval 19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3" name="Oval 19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4" name="Oval 19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5" name="Oval 19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6" name="Oval 19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7" name="Oval 19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8" name="Oval 19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9" name="Oval 19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0" name="Oval 19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1" name="Oval 19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2" name="Oval 19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3" name="Oval 19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4" name="Oval 19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" name="Oval 19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6" name="Oval 19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7" name="Oval 19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8" name="Oval 19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9" name="Oval 19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0" name="Oval 19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1" name="Oval 19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2" name="Oval 19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3" name="Oval 19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4" name="Oval 19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5" name="Oval 19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6" name="Oval 19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7" name="Oval 19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8" name="Oval 19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9" name="Oval 19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0" name="Oval 19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1" name="Oval 19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2" name="Oval 19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3" name="Oval 19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4" name="Oval 19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5" name="Oval 19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6" name="Oval 19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7" name="Oval 19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8" name="Oval 19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9" name="Oval 19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0" name="Oval 19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1" name="Oval 19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2" name="Oval 19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3" name="Oval 19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4" name="Oval 19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5" name="Oval 19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6" name="Oval 19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7" name="Oval 19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8" name="Oval 19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9" name="Oval 19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0" name="Oval 19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1" name="Oval 19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2" name="Oval 19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3" name="Oval 19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4" name="Oval 19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5" name="Oval 19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6" name="Oval 19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7" name="Oval 19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8" name="Oval 19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9" name="Oval 19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0" name="Oval 19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1" name="Oval 19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2" name="Oval 19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3" name="Oval 19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4" name="Oval 19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5" name="Oval 19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6" name="Oval 19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7" name="Oval 19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8" name="Oval 19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9" name="Oval 19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0" name="Oval 19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1" name="Oval 20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2" name="Oval 20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3" name="Oval 20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4" name="Oval 20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85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5" name="Oval 20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6" name="Oval 20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7" name="Oval 20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8" name="Oval 20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9" name="Oval 20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0" name="Oval 20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" name="Oval 20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2" name="Oval 20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3" name="Oval 20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4" name="Oval 20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Oval 20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6" name="Oval 20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7" name="Oval 20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8" name="Oval 20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9" name="Oval 20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0" name="Oval 20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1" name="Oval 20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2" name="Oval 20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3" name="Oval 20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4" name="Oval 20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5" name="Oval 20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6" name="Oval 20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7" name="Oval 20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8" name="Oval 20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9" name="Oval 20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0" name="Oval 20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1" name="Oval 20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2" name="Oval 20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3" name="Oval 20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4" name="Oval 20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5" name="Oval 20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6" name="Oval 20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7" name="Oval 20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8" name="Oval 20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9" name="Oval 20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0" name="Oval 20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1" name="Oval 20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2" name="Oval 20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3" name="Oval 20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4" name="Oval 20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5" name="Oval 20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6" name="Oval 20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7" name="Oval 20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8" name="Oval 20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9" name="Oval 20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0" name="Oval 20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1" name="Oval 20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Oval 20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Oval 20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4" name="Oval 20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Oval 20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Oval 20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Oval 20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" name="Oval 20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9" name="Oval 20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0" name="Oval 20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1" name="Oval 20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2" name="Oval 20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3" name="Oval 20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4" name="Oval 20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Oval 20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Oval 20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7" name="Oval 20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8" name="Oval 20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Oval 20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0" name="Oval 20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1" name="Oval 20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2" name="Oval 20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3" name="Oval 20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4" name="Oval 20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5" name="Oval 20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6" name="Oval 20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7" name="Oval 20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8" name="Oval 20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9" name="Oval 20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0" name="Oval 20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1" name="Oval 20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2" name="Oval 20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3" name="Oval 20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4" name="Oval 20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193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5" name="Oval 20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6" name="Oval 20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7" name="Oval 20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8" name="Oval 20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9" name="Oval 20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0" name="Oval 20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1" name="Oval 20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2" name="Oval 20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3" name="Oval 20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4" name="Oval 20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5" name="Oval 20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6" name="Oval 20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7" name="Oval 20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8" name="Oval 20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9" name="Oval 20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0" name="Oval 20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1" name="Oval 21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2" name="Oval 21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3" name="Oval 21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4" name="Oval 21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5" name="Oval 21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6" name="Oval 21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7" name="Oval 21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8" name="Oval 21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9" name="Oval 21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0" name="Oval 21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1" name="Oval 21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2" name="Oval 21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3" name="Oval 21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4" name="Oval 21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5" name="Oval 21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6" name="Oval 21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7" name="Oval 21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8" name="Oval 21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9" name="Oval 21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0" name="Oval 21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1" name="Oval 21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2" name="Oval 21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3" name="Oval 21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4" name="Oval 21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5" name="Oval 21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6" name="Oval 21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7" name="Oval 21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8" name="Oval 21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9" name="Oval 21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0" name="Oval 21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1" name="Oval 21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2" name="Oval 21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3" name="Oval 21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4" name="Oval 21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5" name="Oval 21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6" name="Oval 21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7" name="Oval 21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8" name="Oval 21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9" name="Oval 21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0" name="Oval 21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1" name="Oval 21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" name="Oval 21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" name="Oval 21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" name="Oval 21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" name="Oval 21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6" name="Oval 21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7" name="Oval 21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8" name="Oval 21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9" name="Oval 21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" name="Oval 21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" name="Oval 21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2" name="Oval 21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3" name="Oval 21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4" name="Oval 21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5" name="Oval 21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6" name="Oval 21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7" name="Oval 21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8" name="Oval 21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9" name="Oval 21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0" name="Oval 21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1" name="Oval 21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2" name="Oval 21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3" name="Oval 21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" name="Oval 21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00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" name="Oval 21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6" name="Oval 21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7" name="Oval 21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8" name="Oval 21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9" name="Oval 21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0" name="Oval 21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1" name="Oval 21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2" name="Oval 21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3" name="Oval 21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4" name="Oval 21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5" name="Oval 21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6" name="Oval 21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7" name="Oval 21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8" name="Oval 21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9" name="Oval 21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0" name="Oval 21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1" name="Oval 21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2" name="Oval 21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3" name="Oval 21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4" name="Oval 21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5" name="Oval 21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6" name="Oval 21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7" name="Oval 21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8" name="Oval 21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9" name="Oval 21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0" name="Oval 21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1" name="Oval 21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2" name="Oval 21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3" name="Oval 21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4" name="Oval 21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5" name="Oval 21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6" name="Oval 21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7" name="Oval 21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8" name="Oval 21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9" name="Oval 21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0" name="Oval 21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1" name="Oval 22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2" name="Oval 22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3" name="Oval 22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4" name="Oval 22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5" name="Oval 22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6" name="Oval 22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7" name="Oval 22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8" name="Oval 22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9" name="Oval 22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0" name="Oval 22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1" name="Oval 22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2" name="Oval 22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3" name="Oval 22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4" name="Oval 22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5" name="Oval 22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6" name="Oval 22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7" name="Oval 22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8" name="Oval 22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9" name="Oval 22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0" name="Oval 22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1" name="Oval 22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2" name="Oval 22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3" name="Oval 22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4" name="Oval 22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5" name="Oval 22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6" name="Oval 22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7" name="Oval 22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8" name="Oval 22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9" name="Oval 22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0" name="Oval 22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1" name="Oval 22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2" name="Oval 22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3" name="Oval 22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4" name="Oval 22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5" name="Oval 22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6" name="Oval 22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7" name="Oval 22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8" name="Oval 22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9" name="Oval 22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0" name="Oval 22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1" name="Oval 22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2" name="Oval 22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3" name="Oval 22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4" name="Oval 22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08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5" name="Oval 22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6" name="Oval 22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7" name="Oval 22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8" name="Oval 22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9" name="Oval 22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0" name="Oval 22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1" name="Oval 22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2" name="Oval 22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3" name="Oval 22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4" name="Oval 22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5" name="Oval 22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6" name="Oval 22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7" name="Oval 22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8" name="Oval 22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9" name="Oval 22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0" name="Oval 22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1" name="Oval 22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2" name="Oval 22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3" name="Oval 22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4" name="Oval 22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5" name="Oval 22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6" name="Oval 22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7" name="Oval 22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8" name="Oval 22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9" name="Oval 22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0" name="Oval 22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1" name="Oval 22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2" name="Oval 22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3" name="Oval 22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4" name="Oval 22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5" name="Oval 22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6" name="Oval 22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7" name="Oval 22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8" name="Oval 22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9" name="Oval 22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0" name="Oval 22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1" name="Oval 22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2" name="Oval 22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3" name="Oval 22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4" name="Oval 22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5" name="Oval 22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6" name="Oval 22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7" name="Oval 22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8" name="Oval 22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9" name="Oval 22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0" name="Oval 22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1" name="Oval 22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2" name="Oval 22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3" name="Oval 22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4" name="Oval 22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5" name="Oval 22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6" name="Oval 22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7" name="Oval 22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8" name="Oval 22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9" name="Oval 22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0" name="Oval 22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1" name="Oval 23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2" name="Oval 23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3" name="Oval 23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4" name="Oval 23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5" name="Oval 23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6" name="Oval 23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7" name="Oval 23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8" name="Oval 23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9" name="Oval 23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0" name="Oval 23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1" name="Oval 23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2" name="Oval 23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3" name="Oval 23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4" name="Oval 23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5" name="Oval 23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6" name="Oval 23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7" name="Oval 23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8" name="Oval 23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9" name="Oval 23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0" name="Oval 23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1" name="Oval 23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2" name="Oval 23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3" name="Oval 23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4" name="Oval 23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16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5" name="Oval 23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6" name="Oval 23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7" name="Oval 23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8" name="Oval 23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9" name="Oval 23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0" name="Oval 23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1" name="Oval 23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2" name="Oval 23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3" name="Oval 23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4" name="Oval 23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5" name="Oval 23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6" name="Oval 23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7" name="Oval 23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8" name="Oval 23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9" name="Oval 23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0" name="Oval 23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1" name="Oval 23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2" name="Oval 23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3" name="Oval 23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4" name="Oval 23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5" name="Oval 23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6" name="Oval 23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7" name="Oval 23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8" name="Oval 23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9" name="Oval 23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0" name="Oval 23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1" name="Oval 23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2" name="Oval 23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3" name="Oval 23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4" name="Oval 23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5" name="Oval 23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6" name="Oval 23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7" name="Oval 23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8" name="Oval 23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9" name="Oval 23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0" name="Oval 23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1" name="Oval 23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2" name="Oval 23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3" name="Oval 23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4" name="Oval 23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5" name="Oval 23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6" name="Oval 23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7" name="Oval 23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8" name="Oval 23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9" name="Oval 23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0" name="Oval 23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1" name="Oval 23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2" name="Oval 23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3" name="Oval 23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4" name="Oval 23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5" name="Oval 23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6" name="Oval 23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7" name="Oval 23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8" name="Oval 23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9" name="Oval 23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0" name="Oval 23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1" name="Oval 23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2" name="Oval 23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3" name="Oval 23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4" name="Oval 23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5" name="Oval 23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6" name="Oval 23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7" name="Oval 23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8" name="Oval 23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9" name="Oval 23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0" name="Oval 23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1" name="Oval 23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2" name="Oval 23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3" name="Oval 23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4" name="Oval 23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5" name="Oval 23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6" name="Oval 23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7" name="Oval 23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8" name="Oval 23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9" name="Oval 23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0" name="Oval 23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1" name="Oval 24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2" name="Oval 24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3" name="Oval 24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4" name="Oval 24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23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5" name="Oval 24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6" name="Oval 24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7" name="Oval 24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8" name="Oval 24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9" name="Oval 24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0" name="Oval 24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1" name="Oval 24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2" name="Oval 24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3" name="Oval 24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4" name="Oval 24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5" name="Oval 24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6" name="Oval 24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7" name="Oval 24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8" name="Oval 24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9" name="Oval 24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0" name="Oval 24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1" name="Oval 24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2" name="Oval 24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3" name="Oval 24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4" name="Oval 24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5" name="Oval 24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6" name="Oval 24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7" name="Oval 24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8" name="Oval 24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9" name="Oval 24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0" name="Oval 24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1" name="Oval 24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2" name="Oval 24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3" name="Oval 24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4" name="Oval 24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5" name="Oval 24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6" name="Oval 24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7" name="Oval 24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8" name="Oval 24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9" name="Oval 24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0" name="Oval 24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1" name="Oval 24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2" name="Oval 24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3" name="Oval 24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4" name="Oval 24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5" name="Oval 24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6" name="Oval 24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7" name="Oval 24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8" name="Oval 24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9" name="Oval 24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0" name="Oval 24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1" name="Oval 24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2" name="Oval 24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3" name="Oval 24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4" name="Oval 24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5" name="Oval 24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6" name="Oval 24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7" name="Oval 24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8" name="Oval 24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9" name="Oval 24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0" name="Oval 24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1" name="Oval 24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2" name="Oval 24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3" name="Oval 24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4" name="Oval 24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5" name="Oval 24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6" name="Oval 24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7" name="Oval 24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8" name="Oval 24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9" name="Oval 24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0" name="Oval 24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1" name="Oval 24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2" name="Oval 24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3" name="Oval 24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4" name="Oval 24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5" name="Oval 24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6" name="Oval 24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7" name="Oval 24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8" name="Oval 24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9" name="Oval 24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0" name="Oval 24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1" name="Oval 24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2" name="Oval 24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3" name="Oval 24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4" name="Oval 24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31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5" name="Oval 24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6" name="Oval 24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7" name="Oval 24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8" name="Oval 24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9" name="Oval 24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0" name="Oval 24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1" name="Oval 24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2" name="Oval 24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3" name="Oval 24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4" name="Oval 24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5" name="Oval 24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6" name="Oval 24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7" name="Oval 24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8" name="Oval 24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9" name="Oval 24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0" name="Oval 24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1" name="Oval 25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2" name="Oval 25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3" name="Oval 25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4" name="Oval 25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5" name="Oval 25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6" name="Oval 25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7" name="Oval 25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8" name="Oval 25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9" name="Oval 25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0" name="Oval 25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1" name="Oval 25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2" name="Oval 25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3" name="Oval 25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4" name="Oval 25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5" name="Oval 25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6" name="Oval 25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7" name="Oval 25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8" name="Oval 25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9" name="Oval 25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0" name="Oval 25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1" name="Oval 25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2" name="Oval 25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3" name="Oval 25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4" name="Oval 25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5" name="Oval 25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6" name="Oval 25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7" name="Oval 25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8" name="Oval 25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9" name="Oval 25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0" name="Oval 25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1" name="Oval 25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2" name="Oval 25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3" name="Oval 25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4" name="Oval 25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5" name="Oval 25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6" name="Oval 25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7" name="Oval 25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8" name="Oval 25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9" name="Oval 25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0" name="Oval 25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1" name="Oval 25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2" name="Oval 25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3" name="Oval 25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4" name="Oval 25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5" name="Oval 25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6" name="Oval 25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7" name="Oval 25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8" name="Oval 25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9" name="Oval 25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0" name="Oval 25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1" name="Oval 25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2" name="Oval 25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3" name="Oval 25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4" name="Oval 25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5" name="Oval 25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6" name="Oval 25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7" name="Oval 25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8" name="Oval 25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9" name="Oval 25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0" name="Oval 25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1" name="Oval 25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2" name="Oval 25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3" name="Oval 25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4" name="Oval 25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39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5" name="Oval 25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6" name="Oval 25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7" name="Oval 25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8" name="Oval 25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9" name="Oval 25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0" name="Oval 25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1" name="Oval 25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2" name="Oval 25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3" name="Oval 25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4" name="Oval 25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5" name="Oval 25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6" name="Oval 25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7" name="Oval 25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8" name="Oval 25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9" name="Oval 25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0" name="Oval 25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1" name="Oval 25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2" name="Oval 25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3" name="Oval 25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4" name="Oval 25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5" name="Oval 25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6" name="Oval 25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7" name="Oval 25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8" name="Oval 25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9" name="Oval 25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0" name="Oval 25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1" name="Oval 25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2" name="Oval 25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3" name="Oval 25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4" name="Oval 25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5" name="Oval 25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6" name="Oval 25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7" name="Oval 25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8" name="Oval 25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9" name="Oval 25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0" name="Oval 25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1" name="Oval 26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2" name="Oval 26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3" name="Oval 26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4" name="Oval 26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5" name="Oval 26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6" name="Oval 26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7" name="Oval 26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8" name="Oval 26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9" name="Oval 26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0" name="Oval 26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1" name="Oval 26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2" name="Oval 26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3" name="Oval 26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4" name="Oval 26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5" name="Oval 26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6" name="Oval 26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7" name="Oval 26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8" name="Oval 26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9" name="Oval 26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Oval 26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1" name="Oval 26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2" name="Oval 26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3" name="Oval 26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4" name="Oval 26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Oval 26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Oval 26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Oval 26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Oval 26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Oval 26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Oval 26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Oval 26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Oval 26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Oval 26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Oval 26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Oval 26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Oval 26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Oval 26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Oval 26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Oval 26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Oval 26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Oval 26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Oval 26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Oval 26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Oval 26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46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Oval 26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Oval 26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Oval 26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Oval 26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Oval 26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Oval 26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Oval 26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Oval 26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Oval 26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Oval 26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Oval 26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Oval 26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7" name="Oval 26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8" name="Oval 26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9" name="Oval 26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Oval 26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1" name="Oval 26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Oval 26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3" name="Oval 26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Oval 26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5" name="Oval 26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Oval 26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7" name="Oval 26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Oval 26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Oval 26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Oval 26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Oval 26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Oval 26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Oval 26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Oval 26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Oval 26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Oval 26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7" name="Oval 26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Oval 26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Oval 26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Oval 26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Oval 26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Oval 26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3" name="Oval 26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4" name="Oval 26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Oval 26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Oval 26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Oval 26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8" name="Oval 26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Oval 26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0" name="Oval 26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1" name="Oval 26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2" name="Oval 26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3" name="Oval 26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4" name="Oval 26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Oval 26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6" name="Oval 26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Oval 26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8" name="Oval 26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9" name="Oval 26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0" name="Oval 26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Oval 27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Oval 27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3" name="Oval 27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Oval 27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5" name="Oval 27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6" name="Oval 27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7" name="Oval 27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Oval 27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9" name="Oval 27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Oval 27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1" name="Oval 27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Oval 27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3" name="Oval 27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4" name="Oval 27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5" name="Oval 27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Oval 27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7" name="Oval 27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Oval 27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9" name="Oval 27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Oval 27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1" name="Oval 27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Oval 27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3" name="Oval 27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Oval 27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54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5" name="Oval 27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Oval 27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7" name="Oval 27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8" name="Oval 27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9" name="Oval 27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0" name="Oval 27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1" name="Oval 27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2" name="Oval 27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3" name="Oval 27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4" name="Oval 27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5" name="Oval 27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6" name="Oval 27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7" name="Oval 27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8" name="Oval 27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9" name="Oval 27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0" name="Oval 27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1" name="Oval 27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2" name="Oval 27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3" name="Oval 27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4" name="Oval 27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5" name="Oval 27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6" name="Oval 27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7" name="Oval 27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8" name="Oval 27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9" name="Oval 27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0" name="Oval 27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1" name="Oval 27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2" name="Oval 27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3" name="Oval 27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4" name="Oval 27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5" name="Oval 27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6" name="Oval 27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7" name="Oval 27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8" name="Oval 27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9" name="Oval 27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0" name="Oval 27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1" name="Oval 27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2" name="Oval 27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3" name="Oval 27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4" name="Oval 27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5" name="Oval 27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6" name="Oval 27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7" name="Oval 27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8" name="Oval 27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9" name="Oval 27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0" name="Oval 27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1" name="Oval 27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2" name="Oval 27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3" name="Oval 27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4" name="Oval 27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5" name="Oval 27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6" name="Oval 27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7" name="Oval 27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8" name="Oval 27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9" name="Oval 27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0" name="Oval 27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1" name="Oval 27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2" name="Oval 27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3" name="Oval 27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4" name="Oval 27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5" name="Oval 27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6" name="Oval 27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7" name="Oval 27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8" name="Oval 27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9" name="Oval 27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0" name="Oval 27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1" name="Oval 27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2" name="Oval 27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3" name="Oval 27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4" name="Oval 27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5" name="Oval 27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6" name="Oval 27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7" name="Oval 27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8" name="Oval 27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9" name="Oval 27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0" name="Oval 27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1" name="Oval 28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2" name="Oval 28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3" name="Oval 28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4" name="Oval 28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61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5" name="Oval 28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6" name="Oval 28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7" name="Oval 28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8" name="Oval 28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9" name="Oval 28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0" name="Oval 28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1" name="Oval 28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2" name="Oval 28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3" name="Oval 28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4" name="Oval 28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5" name="Oval 28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6" name="Oval 28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7" name="Oval 28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8" name="Oval 28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9" name="Oval 28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0" name="Oval 28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1" name="Oval 28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2" name="Oval 28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3" name="Oval 28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4" name="Oval 28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5" name="Oval 28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6" name="Oval 28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7" name="Oval 28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8" name="Oval 28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9" name="Oval 28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0" name="Oval 28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1" name="Oval 28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2" name="Oval 28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3" name="Oval 28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4" name="Oval 28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5" name="Oval 28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6" name="Oval 28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7" name="Oval 28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8" name="Oval 28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9" name="Oval 28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0" name="Oval 28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1" name="Oval 28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2" name="Oval 28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3" name="Oval 28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4" name="Oval 28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5" name="Oval 28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6" name="Oval 28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7" name="Oval 28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8" name="Oval 28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9" name="Oval 28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0" name="Oval 28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1" name="Oval 28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2" name="Oval 28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3" name="Oval 28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4" name="Oval 28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5" name="Oval 28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6" name="Oval 28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7" name="Oval 28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8" name="Oval 28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9" name="Oval 28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0" name="Oval 28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1" name="Oval 28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2" name="Oval 28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3" name="Oval 28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4" name="Oval 28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5" name="Oval 28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6" name="Oval 28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7" name="Oval 28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8" name="Oval 28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9" name="Oval 28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0" name="Oval 28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1" name="Oval 28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2" name="Oval 28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3" name="Oval 28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4" name="Oval 28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5" name="Oval 28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6" name="Oval 28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7" name="Oval 28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8" name="Oval 28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9" name="Oval 28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0" name="Oval 28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1" name="Oval 28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2" name="Oval 28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3" name="Oval 28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4" name="Oval 28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69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5" name="Oval 28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6" name="Oval 28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7" name="Oval 28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8" name="Oval 28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9" name="Oval 28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0" name="Oval 28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1" name="Oval 28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2" name="Oval 28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3" name="Oval 28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4" name="Oval 28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5" name="Oval 28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6" name="Oval 28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7" name="Oval 28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8" name="Oval 28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9" name="Oval 28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0" name="Oval 28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1" name="Oval 29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2" name="Oval 29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3" name="Oval 29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4" name="Oval 29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5" name="Oval 29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6" name="Oval 29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7" name="Oval 29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8" name="Oval 29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9" name="Oval 29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0" name="Oval 29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1" name="Oval 29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2" name="Oval 29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3" name="Oval 29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4" name="Oval 29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5" name="Oval 29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6" name="Oval 29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7" name="Oval 29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8" name="Oval 29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9" name="Oval 29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0" name="Oval 29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1" name="Oval 29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2" name="Oval 29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3" name="Oval 29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4" name="Oval 29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5" name="Oval 29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6" name="Oval 29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7" name="Oval 29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8" name="Oval 29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9" name="Oval 29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0" name="Oval 29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1" name="Oval 29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2" name="Oval 29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3" name="Oval 29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4" name="Oval 29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5" name="Oval 29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6" name="Oval 29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7" name="Oval 29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8" name="Oval 29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9" name="Oval 29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0" name="Oval 29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1" name="Oval 29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2" name="Oval 29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3" name="Oval 29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4" name="Oval 29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5" name="Oval 29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6" name="Oval 29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7" name="Oval 29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8" name="Oval 29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9" name="Oval 29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0" name="Oval 29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1" name="Oval 29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2" name="Oval 29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3" name="Oval 29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4" name="Oval 29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5" name="Oval 29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6" name="Oval 29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7" name="Oval 29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8" name="Oval 29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9" name="Oval 29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0" name="Oval 29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1" name="Oval 29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2" name="Oval 29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3" name="Oval 29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4" name="Oval 29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77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5" name="Oval 29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6" name="Oval 29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7" name="Oval 29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8" name="Oval 29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9" name="Oval 29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0" name="Oval 29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1" name="Oval 29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2" name="Oval 29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3" name="Oval 29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4" name="Oval 29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5" name="Oval 29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6" name="Oval 29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7" name="Oval 29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8" name="Oval 29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9" name="Oval 29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0" name="Oval 29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1" name="Oval 29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2" name="Oval 29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3" name="Oval 29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4" name="Oval 29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5" name="Oval 29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6" name="Oval 29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7" name="Oval 29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8" name="Oval 29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9" name="Oval 29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0" name="Oval 29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1" name="Oval 29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2" name="Oval 29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3" name="Oval 29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4" name="Oval 29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5" name="Oval 29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6" name="Oval 29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7" name="Oval 29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8" name="Oval 29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9" name="Oval 29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0" name="Oval 29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1" name="Oval 30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2" name="Oval 30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3" name="Oval 30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4" name="Oval 30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5" name="Oval 30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6" name="Oval 30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7" name="Oval 30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8" name="Oval 30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9" name="Oval 30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0" name="Oval 30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1" name="Oval 30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2" name="Oval 30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3" name="Oval 30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4" name="Oval 30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5" name="Oval 30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6" name="Oval 30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7" name="Oval 30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8" name="Oval 30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9" name="Oval 30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0" name="Oval 30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1" name="Oval 30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2" name="Oval 30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3" name="Oval 30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4" name="Oval 30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5" name="Oval 30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6" name="Oval 30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7" name="Oval 30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8" name="Oval 30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9" name="Oval 30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0" name="Oval 30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1" name="Oval 30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2" name="Oval 30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3" name="Oval 30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4" name="Oval 30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5" name="Oval 30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6" name="Oval 30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7" name="Oval 30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8" name="Oval 30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9" name="Oval 30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0" name="Oval 30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1" name="Oval 30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2" name="Oval 30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3" name="Oval 30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4" name="Oval 30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84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5" name="Oval 30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6" name="Oval 30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7" name="Oval 30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8" name="Oval 30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9" name="Oval 30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0" name="Oval 30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1" name="Oval 30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2" name="Oval 30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3" name="Oval 30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4" name="Oval 30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5" name="Oval 30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6" name="Oval 30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7" name="Oval 30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8" name="Oval 30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9" name="Oval 30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0" name="Oval 30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1" name="Oval 30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2" name="Oval 30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3" name="Oval 30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4" name="Oval 30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5" name="Oval 30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6" name="Oval 30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7" name="Oval 30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Oval 30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9" name="Oval 30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0" name="Oval 30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1" name="Oval 30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Oval 30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3" name="Oval 30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4" name="Oval 30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5" name="Oval 30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6" name="Oval 30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7" name="Oval 30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8" name="Oval 30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9" name="Oval 30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Oval 30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1" name="Oval 30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2" name="Oval 30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3" name="Oval 30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4" name="Oval 30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5" name="Oval 30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6" name="Oval 30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7" name="Oval 30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8" name="Oval 30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9" name="Oval 30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0" name="Oval 30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1" name="Oval 30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Oval 30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3" name="Oval 30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4" name="Oval 30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5" name="Oval 30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6" name="Oval 30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7" name="Oval 30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8" name="Oval 30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9" name="Oval 30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0" name="Oval 30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1" name="Oval 31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Oval 31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3" name="Oval 31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Oval 31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5" name="Oval 31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Oval 31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7" name="Oval 31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8" name="Oval 31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9" name="Oval 31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Oval 31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1" name="Oval 31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2" name="Oval 31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3" name="Oval 31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Oval 31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5" name="Oval 31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6" name="Oval 31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7" name="Oval 31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Oval 31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9" name="Oval 31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0" name="Oval 31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1" name="Oval 31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Oval 31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3" name="Oval 31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4" name="Oval 31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292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Oval 31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6" name="Oval 31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7" name="Oval 31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8" name="Oval 31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Oval 31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0" name="Oval 31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1" name="Oval 31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2" name="Oval 31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Oval 31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4" name="Oval 31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5" name="Oval 31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6" name="Oval 31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Oval 31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8" name="Oval 31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9" name="Oval 31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0" name="Oval 31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1" name="Oval 31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2" name="Oval 31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3" name="Oval 31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4" name="Oval 31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5" name="Oval 31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6" name="Oval 31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7" name="Oval 31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8" name="Oval 31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9" name="Oval 31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0" name="Oval 31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1" name="Oval 31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2" name="Oval 31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3" name="Oval 31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4" name="Oval 31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5" name="Oval 31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6" name="Oval 31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7" name="Oval 31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8" name="Oval 31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9" name="Oval 31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0" name="Oval 31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1" name="Oval 31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2" name="Oval 31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3" name="Oval 31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4" name="Oval 31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5" name="Oval 31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6" name="Oval 31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7" name="Oval 31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8" name="Oval 31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9" name="Oval 31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0" name="Oval 31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1" name="Oval 31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2" name="Oval 31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3" name="Oval 31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4" name="Oval 31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5" name="Oval 31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6" name="Oval 31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7" name="Oval 31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8" name="Oval 31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9" name="Oval 31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0" name="Oval 31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1" name="Oval 31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2" name="Oval 31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3" name="Oval 31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4" name="Oval 31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5" name="Oval 31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6" name="Oval 31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7" name="Oval 31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8" name="Oval 31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9" name="Oval 31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0" name="Oval 31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1" name="Oval 31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2" name="Oval 31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3" name="Oval 31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4" name="Oval 31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5" name="Oval 31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6" name="Oval 31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7" name="Oval 31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8" name="Oval 31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9" name="Oval 31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0" name="Oval 31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1" name="Oval 32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2" name="Oval 32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3" name="Oval 32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4" name="Oval 32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00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5" name="Oval 32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6" name="Oval 32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7" name="Oval 32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8" name="Oval 32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9" name="Oval 32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0" name="Oval 32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1" name="Oval 32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2" name="Oval 32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3" name="Oval 32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4" name="Oval 32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5" name="Oval 32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6" name="Oval 32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7" name="Oval 32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8" name="Oval 32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9" name="Oval 32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0" name="Oval 32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1" name="Oval 32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2" name="Oval 32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3" name="Oval 32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4" name="Oval 32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5" name="Oval 32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6" name="Oval 32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7" name="Oval 32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8" name="Oval 32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9" name="Oval 32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0" name="Oval 32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1" name="Oval 32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2" name="Oval 32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3" name="Oval 32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4" name="Oval 32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5" name="Oval 32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6" name="Oval 32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7" name="Oval 32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8" name="Oval 32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9" name="Oval 32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0" name="Oval 32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1" name="Oval 32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2" name="Oval 32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3" name="Oval 32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4" name="Oval 32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5" name="Oval 32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6" name="Oval 32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7" name="Oval 32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8" name="Oval 32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9" name="Oval 32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0" name="Oval 32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1" name="Oval 32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2" name="Oval 32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3" name="Oval 32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4" name="Oval 32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5" name="Oval 32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6" name="Oval 32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7" name="Oval 32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8" name="Oval 32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9" name="Oval 32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0" name="Oval 32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1" name="Oval 32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2" name="Oval 32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3" name="Oval 32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4" name="Oval 32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5" name="Oval 32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6" name="Oval 32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7" name="Oval 32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8" name="Oval 32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9" name="Oval 32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0" name="Oval 32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1" name="Oval 32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2" name="Oval 32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3" name="Oval 32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4" name="Oval 32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5" name="Oval 32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6" name="Oval 32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7" name="Oval 32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8" name="Oval 32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9" name="Oval 32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0" name="Oval 32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1" name="Oval 32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2" name="Oval 32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3" name="Oval 32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4" name="Oval 32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076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5" name="Oval 32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6" name="Oval 32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7" name="Oval 32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8" name="Oval 32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9" name="Oval 32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0" name="Oval 32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1" name="Oval 32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2" name="Oval 32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3" name="Oval 32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4" name="Oval 32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5" name="Oval 32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6" name="Oval 32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7" name="Oval 32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8" name="Oval 32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9" name="Oval 32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0" name="Oval 32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1" name="Oval 33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2" name="Oval 33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3" name="Oval 33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4" name="Oval 33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5" name="Oval 33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6" name="Oval 33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7" name="Oval 33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8" name="Oval 33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9" name="Oval 33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0" name="Oval 33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1" name="Oval 33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2" name="Oval 33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3" name="Oval 33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4" name="Oval 33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5" name="Oval 33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6" name="Oval 33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7" name="Oval 33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8" name="Oval 33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9" name="Oval 33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0" name="Oval 33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1" name="Oval 33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2" name="Oval 33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3" name="Oval 33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4" name="Oval 33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5" name="Oval 33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6" name="Oval 33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7" name="Oval 33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8" name="Oval 33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9" name="Oval 33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0" name="Oval 33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1" name="Oval 33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2" name="Oval 33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3" name="Oval 33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4" name="Oval 33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5" name="Oval 33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6" name="Oval 33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7" name="Oval 33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8" name="Oval 33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9" name="Oval 33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0" name="Oval 33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1" name="Oval 33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2" name="Oval 33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3" name="Oval 33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4" name="Oval 33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5" name="Oval 33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6" name="Oval 33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7" name="Oval 33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8" name="Oval 33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9" name="Oval 33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0" name="Oval 33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1" name="Oval 33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2" name="Oval 33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3" name="Oval 33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4" name="Oval 33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5" name="Oval 33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6" name="Oval 33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7" name="Oval 33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8" name="Oval 33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9" name="Oval 33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0" name="Oval 33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1" name="Oval 33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2" name="Oval 33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3" name="Oval 33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4" name="Oval 33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152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5" name="Oval 33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6" name="Oval 33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7" name="Oval 33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8" name="Oval 33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9" name="Oval 33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0" name="Oval 33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1" name="Oval 33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2" name="Oval 33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3" name="Oval 33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4" name="Oval 33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5" name="Oval 33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6" name="Oval 33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7" name="Oval 33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8" name="Oval 33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9" name="Oval 33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0" name="Oval 33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1" name="Oval 33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2" name="Oval 33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3" name="Oval 33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4" name="Oval 33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5" name="Oval 33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6" name="Oval 33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7" name="Oval 33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8" name="Oval 33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9" name="Oval 33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0" name="Oval 33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1" name="Oval 33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2" name="Oval 33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3" name="Oval 33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4" name="Oval 33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5" name="Oval 33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6" name="Oval 33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7" name="Oval 33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8" name="Oval 33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9" name="Oval 33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0" name="Oval 33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1" name="Oval 34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2" name="Oval 34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3" name="Oval 34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4" name="Oval 34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5" name="Oval 34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6" name="Oval 34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7" name="Oval 34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8" name="Oval 34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9" name="Oval 34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0" name="Oval 34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1" name="Oval 34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2" name="Oval 34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3" name="Oval 34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4" name="Oval 34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5" name="Oval 34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6" name="Oval 34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7" name="Oval 34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8" name="Oval 34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9" name="Oval 34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0" name="Oval 34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1" name="Oval 34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2" name="Oval 34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3" name="Oval 34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4" name="Oval 34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5" name="Oval 34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6" name="Oval 34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7" name="Oval 34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8" name="Oval 34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9" name="Oval 34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0" name="Oval 34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1" name="Oval 34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2" name="Oval 34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3" name="Oval 34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4" name="Oval 34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5" name="Oval 34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6" name="Oval 34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7" name="Oval 34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8" name="Oval 34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9" name="Oval 34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0" name="Oval 34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1" name="Oval 34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2" name="Oval 34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3" name="Oval 34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4" name="Oval 34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228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5" name="Oval 34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6" name="Oval 34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7" name="Oval 34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8" name="Oval 34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9" name="Oval 34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0" name="Oval 34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1" name="Oval 34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2" name="Oval 34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3" name="Oval 34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4" name="Oval 34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5" name="Oval 34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6" name="Oval 34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7" name="Oval 34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8" name="Oval 34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9" name="Oval 34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0" name="Oval 34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1" name="Oval 34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2" name="Oval 34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3" name="Oval 34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4" name="Oval 34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5" name="Oval 34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6" name="Oval 34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7" name="Oval 34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8" name="Oval 34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9" name="Oval 34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0" name="Oval 34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1" name="Oval 34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2" name="Oval 34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3" name="Oval 34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4" name="Oval 34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5" name="Oval 34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6" name="Oval 34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7" name="Oval 34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8" name="Oval 34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9" name="Oval 34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0" name="Oval 34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1" name="Oval 34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2" name="Oval 34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3" name="Oval 34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4" name="Oval 34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5" name="Oval 34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6" name="Oval 34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7" name="Oval 34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8" name="Oval 34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9" name="Oval 34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0" name="Oval 34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1" name="Oval 34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2" name="Oval 34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3" name="Oval 34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4" name="Oval 34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5" name="Oval 34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6" name="Oval 34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7" name="Oval 34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8" name="Oval 34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9" name="Oval 34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0" name="Oval 34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1" name="Oval 35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2" name="Oval 35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3" name="Oval 35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4" name="Oval 35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5" name="Oval 35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6" name="Oval 35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7" name="Oval 35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8" name="Oval 35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9" name="Oval 35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0" name="Oval 35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1" name="Oval 35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2" name="Oval 35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3" name="Oval 35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4" name="Oval 35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5" name="Oval 35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6" name="Oval 35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7" name="Oval 35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8" name="Oval 35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9" name="Oval 35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0" name="Oval 35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1" name="Oval 35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2" name="Oval 35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3" name="Oval 35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4" name="Oval 35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305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5" name="Oval 35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6" name="Oval 35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7" name="Oval 35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8" name="Oval 35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9" name="Oval 35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0" name="Oval 35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1" name="Oval 35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2" name="Oval 35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3" name="Oval 35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4" name="Oval 35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5" name="Oval 35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6" name="Oval 35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7" name="Oval 35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8" name="Oval 35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9" name="Oval 35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0" name="Oval 35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1" name="Oval 35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2" name="Oval 35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3" name="Oval 35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4" name="Oval 35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5" name="Oval 35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6" name="Oval 35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7" name="Oval 35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8" name="Oval 35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9" name="Oval 35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0" name="Oval 35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1" name="Oval 35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2" name="Oval 35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3" name="Oval 35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4" name="Oval 35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5" name="Oval 35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6" name="Oval 35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7" name="Oval 35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8" name="Oval 35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9" name="Oval 35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0" name="Oval 35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1" name="Oval 35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2" name="Oval 35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3" name="Oval 35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4" name="Oval 35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5" name="Oval 35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6" name="Oval 35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7" name="Oval 35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8" name="Oval 35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9" name="Oval 35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0" name="Oval 35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1" name="Oval 35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2" name="Oval 35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3" name="Oval 35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4" name="Oval 35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5" name="Oval 35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6" name="Oval 35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7" name="Oval 35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8" name="Oval 35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9" name="Oval 35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0" name="Oval 35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1" name="Oval 35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2" name="Oval 35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3" name="Oval 35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4" name="Oval 35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5" name="Oval 35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6" name="Oval 35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7" name="Oval 35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8" name="Oval 35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9" name="Oval 35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0" name="Oval 35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1" name="Oval 35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2" name="Oval 35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3" name="Oval 35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4" name="Oval 35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5" name="Oval 35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6" name="Oval 35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7" name="Oval 35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8" name="Oval 35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9" name="Oval 35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0" name="Oval 35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1" name="Oval 36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2" name="Oval 36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3" name="Oval 36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4" name="Oval 36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381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5" name="Oval 36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6" name="Oval 36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7" name="Oval 36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8" name="Oval 36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9" name="Oval 36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0" name="Oval 36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1" name="Oval 36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2" name="Oval 36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3" name="Oval 36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4" name="Oval 36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5" name="Oval 36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6" name="Oval 36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7" name="Oval 36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8" name="Oval 36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9" name="Oval 36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0" name="Oval 36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1" name="Oval 36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2" name="Oval 36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3" name="Oval 36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4" name="Oval 36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5" name="Oval 36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6" name="Oval 36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7" name="Oval 36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8" name="Oval 36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9" name="Oval 36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0" name="Oval 36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1" name="Oval 36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2" name="Oval 36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3" name="Oval 36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4" name="Oval 36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5" name="Oval 36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6" name="Oval 36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7" name="Oval 36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8" name="Oval 36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9" name="Oval 36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0" name="Oval 36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1" name="Oval 36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2" name="Oval 36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3" name="Oval 36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4" name="Oval 36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5" name="Oval 36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6" name="Oval 36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7" name="Oval 36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8" name="Oval 36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9" name="Oval 36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0" name="Oval 36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1" name="Oval 36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2" name="Oval 36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3" name="Oval 36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4" name="Oval 36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5" name="Oval 36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6" name="Oval 36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7" name="Oval 36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8" name="Oval 36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9" name="Oval 36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0" name="Oval 36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1" name="Oval 36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2" name="Oval 36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3" name="Oval 36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4" name="Oval 36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5" name="Oval 36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6" name="Oval 36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7" name="Oval 36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8" name="Oval 36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9" name="Oval 36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0" name="Oval 36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1" name="Oval 36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2" name="Oval 36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3" name="Oval 36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4" name="Oval 36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5" name="Oval 36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6" name="Oval 36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7" name="Oval 36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8" name="Oval 36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9" name="Oval 36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0" name="Oval 36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1" name="Oval 36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2" name="Oval 36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3" name="Oval 36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4" name="Oval 36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457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5" name="Oval 36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6" name="Oval 36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7" name="Oval 36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8" name="Oval 36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9" name="Oval 36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0" name="Oval 36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1" name="Oval 36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2" name="Oval 36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3" name="Oval 36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4" name="Oval 36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5" name="Oval 36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6" name="Oval 36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7" name="Oval 36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8" name="Oval 36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9" name="Oval 36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0" name="Oval 36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1" name="Oval 37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2" name="Oval 37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3" name="Oval 37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4" name="Oval 37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5" name="Oval 37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6" name="Oval 37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7" name="Oval 37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8" name="Oval 37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9" name="Oval 37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0" name="Oval 37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1" name="Oval 37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2" name="Oval 37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3" name="Oval 37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4" name="Oval 37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5" name="Oval 37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6" name="Oval 37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7" name="Oval 37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8" name="Oval 37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9" name="Oval 37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0" name="Oval 37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1" name="Oval 37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2" name="Oval 37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3" name="Oval 37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4" name="Oval 37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5" name="Oval 37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6" name="Oval 37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7" name="Oval 37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8" name="Oval 37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9" name="Oval 37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0" name="Oval 37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1" name="Oval 37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2" name="Oval 37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3" name="Oval 37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4" name="Oval 37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5" name="Oval 37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6" name="Oval 37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7" name="Oval 37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8" name="Oval 37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9" name="Oval 37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0" name="Oval 37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1" name="Oval 37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2" name="Oval 37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3" name="Oval 37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4" name="Oval 37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5" name="Oval 37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6" name="Oval 37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7" name="Oval 37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8" name="Oval 37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9" name="Oval 37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0" name="Oval 37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1" name="Oval 37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2" name="Oval 37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3" name="Oval 37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4" name="Oval 37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5" name="Oval 37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6" name="Oval 37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7" name="Oval 37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8" name="Oval 37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9" name="Oval 37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0" name="Oval 37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1" name="Oval 37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2" name="Oval 37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3" name="Oval 37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4" name="Oval 37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533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5" name="Oval 37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6" name="Oval 37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7" name="Oval 37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8" name="Oval 37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9" name="Oval 37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0" name="Oval 37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1" name="Oval 37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2" name="Oval 37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3" name="Oval 37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4" name="Oval 37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5" name="Oval 37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6" name="Oval 37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7" name="Oval 37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8" name="Oval 37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9" name="Oval 37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0" name="Oval 37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1" name="Oval 37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2" name="Oval 37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3" name="Oval 37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4" name="Oval 37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5" name="Oval 37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6" name="Oval 37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7" name="Oval 37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8" name="Oval 37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9" name="Oval 37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0" name="Oval 37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1" name="Oval 37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2" name="Oval 37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3" name="Oval 37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4" name="Oval 37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5" name="Oval 37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6" name="Oval 37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7" name="Oval 37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8" name="Oval 37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9" name="Oval 37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0" name="Oval 37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1" name="Oval 38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2" name="Oval 38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3" name="Oval 38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4" name="Oval 38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5" name="Oval 38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6" name="Oval 38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7" name="Oval 38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8" name="Oval 38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9" name="Oval 38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0" name="Oval 38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1" name="Oval 38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2" name="Oval 38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3" name="Oval 38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4" name="Oval 38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5" name="Oval 38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6" name="Oval 38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7" name="Oval 38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8" name="Oval 38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9" name="Oval 38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0" name="Oval 38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1" name="Oval 38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2" name="Oval 38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3" name="Oval 38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4" name="Oval 38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5" name="Oval 38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6" name="Oval 38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7" name="Oval 38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8" name="Oval 38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9" name="Oval 38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0" name="Oval 38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1" name="Oval 38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2" name="Oval 38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3" name="Oval 38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4" name="Oval 38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5" name="Oval 38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6" name="Oval 38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7" name="Oval 38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8" name="Oval 38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9" name="Oval 38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0" name="Oval 38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1" name="Oval 38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2" name="Oval 38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3" name="Oval 38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4" name="Oval 38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609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5" name="Oval 38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6" name="Oval 38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7" name="Oval 38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8" name="Oval 38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9" name="Oval 38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0" name="Oval 38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1" name="Oval 38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2" name="Oval 38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3" name="Oval 38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4" name="Oval 38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5" name="Oval 38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6" name="Oval 38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7" name="Oval 38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8" name="Oval 38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9" name="Oval 38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0" name="Oval 38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1" name="Oval 38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2" name="Oval 38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3" name="Oval 38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4" name="Oval 38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5" name="Oval 38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6" name="Oval 38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7" name="Oval 38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8" name="Oval 38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9" name="Oval 38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0" name="Oval 38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1" name="Oval 38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2" name="Oval 38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3" name="Oval 38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4" name="Oval 38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5" name="Oval 38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6" name="Oval 38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7" name="Oval 38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8" name="Oval 38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9" name="Oval 38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0" name="Oval 38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1" name="Oval 38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2" name="Oval 38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3" name="Oval 38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4" name="Oval 38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5" name="Oval 38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6" name="Oval 38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7" name="Oval 38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8" name="Oval 38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9" name="Oval 38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0" name="Oval 38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1" name="Oval 38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2" name="Oval 38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3" name="Oval 38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4" name="Oval 38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5" name="Oval 38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6" name="Oval 38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7" name="Oval 38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8" name="Oval 38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9" name="Oval 38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0" name="Oval 38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1" name="Oval 39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2" name="Oval 39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3" name="Oval 39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4" name="Oval 39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5" name="Oval 39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6" name="Oval 39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7" name="Oval 39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8" name="Oval 39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9" name="Oval 39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0" name="Oval 39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1" name="Oval 39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2" name="Oval 39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3" name="Oval 39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4" name="Oval 39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5" name="Oval 39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6" name="Oval 39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7" name="Oval 39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8" name="Oval 39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9" name="Oval 39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0" name="Oval 39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1" name="Oval 39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2" name="Oval 39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3" name="Oval 39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4" name="Oval 39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686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5" name="Oval 39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6" name="Oval 39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7" name="Oval 39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8" name="Oval 39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9" name="Oval 39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0" name="Oval 39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1" name="Oval 39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2" name="Oval 39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3" name="Oval 39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4" name="Oval 39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5" name="Oval 39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6" name="Oval 39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7" name="Oval 39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8" name="Oval 39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9" name="Oval 39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0" name="Oval 39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1" name="Oval 39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2" name="Oval 39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3" name="Oval 39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4" name="Oval 39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5" name="Oval 39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6" name="Oval 39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7" name="Oval 39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8" name="Oval 39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9" name="Oval 39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0" name="Oval 39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1" name="Oval 39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2" name="Oval 39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3" name="Oval 39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4" name="Oval 39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5" name="Oval 39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6" name="Oval 39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7" name="Oval 39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8" name="Oval 39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9" name="Oval 39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0" name="Oval 39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1" name="Oval 39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2" name="Oval 39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3" name="Oval 39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4" name="Oval 39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5" name="Oval 39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6" name="Oval 39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7" name="Oval 39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8" name="Oval 39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9" name="Oval 39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0" name="Oval 39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1" name="Oval 39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2" name="Oval 39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3" name="Oval 39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4" name="Oval 39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5" name="Oval 39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6" name="Oval 39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7" name="Oval 39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8" name="Oval 39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9" name="Oval 39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0" name="Oval 39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1" name="Oval 39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2" name="Oval 39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3" name="Oval 39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4" name="Oval 39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5" name="Oval 39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6" name="Oval 39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7" name="Oval 39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8" name="Oval 39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9" name="Oval 39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0" name="Oval 39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1" name="Oval 39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2" name="Oval 39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3" name="Oval 39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4" name="Oval 39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5" name="Oval 39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6" name="Oval 39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7" name="Oval 39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8" name="Oval 39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9" name="Oval 39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0" name="Oval 39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1" name="Oval 40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2" name="Oval 40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3" name="Oval 40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4" name="Oval 40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762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5" name="Oval 40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6" name="Oval 40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7" name="Oval 40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8" name="Oval 40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9" name="Oval 40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0" name="Oval 40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1" name="Oval 40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2" name="Oval 40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3" name="Oval 40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4" name="Oval 40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5" name="Oval 40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6" name="Oval 40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7" name="Oval 40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8" name="Oval 40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9" name="Oval 40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0" name="Oval 40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1" name="Oval 40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2" name="Oval 40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3" name="Oval 40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4" name="Oval 40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5" name="Oval 40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6" name="Oval 40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7" name="Oval 40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8" name="Oval 40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9" name="Oval 40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0" name="Oval 40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1" name="Oval 40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2" name="Oval 40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3" name="Oval 40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4" name="Oval 40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5" name="Oval 40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6" name="Oval 40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7" name="Oval 40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8" name="Oval 40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9" name="Oval 40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0" name="Oval 40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1" name="Oval 40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2" name="Oval 40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3" name="Oval 40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4" name="Oval 40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5" name="Oval 40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6" name="Oval 40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7" name="Oval 40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8" name="Oval 40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9" name="Oval 40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0" name="Oval 40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1" name="Oval 40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2" name="Oval 40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3" name="Oval 40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4" name="Oval 40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5" name="Oval 40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6" name="Oval 40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7" name="Oval 40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8" name="Oval 40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9" name="Oval 40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0" name="Oval 40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1" name="Oval 40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2" name="Oval 40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3" name="Oval 40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4" name="Oval 40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5" name="Oval 40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6" name="Oval 40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7" name="Oval 40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8" name="Oval 40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9" name="Oval 40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0" name="Oval 40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1" name="Oval 40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2" name="Oval 40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3" name="Oval 40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4" name="Oval 40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5" name="Oval 40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6" name="Oval 40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7" name="Oval 40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8" name="Oval 40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9" name="Oval 40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0" name="Oval 40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1" name="Oval 40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2" name="Oval 40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3" name="Oval 40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4" name="Oval 40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838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5" name="Oval 40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6" name="Oval 40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7" name="Oval 40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8" name="Oval 40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9" name="Oval 40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0" name="Oval 40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1" name="Oval 40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2" name="Oval 40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3" name="Oval 40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4" name="Oval 40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5" name="Oval 40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6" name="Oval 40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7" name="Oval 40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8" name="Oval 40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9" name="Oval 40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0" name="Oval 40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1" name="Oval 41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2" name="Oval 41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3" name="Oval 41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4" name="Oval 41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5" name="Oval 41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6" name="Oval 41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7" name="Oval 41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8" name="Oval 41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9" name="Oval 41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0" name="Oval 41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1" name="Oval 41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2" name="Oval 41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3" name="Oval 41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4" name="Oval 41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5" name="Oval 41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6" name="Oval 41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7" name="Oval 41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8" name="Oval 41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9" name="Oval 41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0" name="Oval 41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1" name="Oval 41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2" name="Oval 41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3" name="Oval 41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4" name="Oval 41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5" name="Oval 41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6" name="Oval 41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7" name="Oval 41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8" name="Oval 41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9" name="Oval 41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0" name="Oval 41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1" name="Oval 41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2" name="Oval 41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3" name="Oval 41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4" name="Oval 41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5" name="Oval 41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6" name="Oval 41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7" name="Oval 41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8" name="Oval 41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9" name="Oval 41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0" name="Oval 41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1" name="Oval 41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2" name="Oval 41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3" name="Oval 41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4" name="Oval 41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5" name="Oval 41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6" name="Oval 41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7" name="Oval 41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8" name="Oval 41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9" name="Oval 41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0" name="Oval 41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1" name="Oval 41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2" name="Oval 41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3" name="Oval 41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4" name="Oval 41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5" name="Oval 41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6" name="Oval 41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7" name="Oval 41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8" name="Oval 41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9" name="Oval 41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0" name="Oval 41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1" name="Oval 41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2" name="Oval 41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3" name="Oval 41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4" name="Oval 41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914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5" name="Oval 41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6" name="Oval 41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7" name="Oval 41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8" name="Oval 41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9" name="Oval 41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0" name="Oval 41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1" name="Oval 41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2" name="Oval 41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3" name="Oval 41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4" name="Oval 41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5" name="Oval 41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6" name="Oval 41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7" name="Oval 41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8" name="Oval 41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9" name="Oval 41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0" name="Oval 41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1" name="Oval 41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2" name="Oval 41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3" name="Oval 41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4" name="Oval 41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5" name="Oval 41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6" name="Oval 41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7" name="Oval 41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8" name="Oval 41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9" name="Oval 41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0" name="Oval 41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1" name="Oval 41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2" name="Oval 41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3" name="Oval 41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4" name="Oval 41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5" name="Oval 41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6" name="Oval 41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7" name="Oval 41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8" name="Oval 41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9" name="Oval 41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0" name="Oval 41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1" name="Oval 42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2" name="Oval 42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3" name="Oval 42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4" name="Oval 42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5" name="Oval 42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6" name="Oval 42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7" name="Oval 42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8" name="Oval 42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9" name="Oval 42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0" name="Oval 42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1" name="Oval 42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2" name="Oval 42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3" name="Oval 42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4" name="Oval 42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5" name="Oval 42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6" name="Oval 42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7" name="Oval 42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8" name="Oval 42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9" name="Oval 42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0" name="Oval 42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1" name="Oval 42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2" name="Oval 42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3" name="Oval 42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4" name="Oval 42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5" name="Oval 42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6" name="Oval 42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7" name="Oval 42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8" name="Oval 42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9" name="Oval 42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0" name="Oval 42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1" name="Oval 42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2" name="Oval 42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3" name="Oval 42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4" name="Oval 42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5" name="Oval 42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6" name="Oval 42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7" name="Oval 42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8" name="Oval 42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9" name="Oval 42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0" name="Oval 42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1" name="Oval 42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2" name="Oval 42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3" name="Oval 42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4" name="Oval 42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3990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5" name="Oval 42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6" name="Oval 42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7" name="Oval 42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8" name="Oval 42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9" name="Oval 42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0" name="Oval 42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1" name="Oval 42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2" name="Oval 42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3" name="Oval 42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4" name="Oval 42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5" name="Oval 42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6" name="Oval 42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7" name="Oval 42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8" name="Oval 42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9" name="Oval 42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0" name="Oval 42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1" name="Oval 42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2" name="Oval 42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3" name="Oval 42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4" name="Oval 42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5" name="Oval 42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6" name="Oval 42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7" name="Oval 42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8" name="Oval 42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9" name="Oval 42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0" name="Oval 42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1" name="Oval 42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2" name="Oval 42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3" name="Oval 42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4" name="Oval 42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5" name="Oval 42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6" name="Oval 42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7" name="Oval 42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8" name="Oval 42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9" name="Oval 42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0" name="Oval 42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1" name="Oval 42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2" name="Oval 42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3" name="Oval 42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4" name="Oval 42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5" name="Oval 42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6" name="Oval 42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7" name="Oval 42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8" name="Oval 42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9" name="Oval 42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0" name="Oval 42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1" name="Oval 42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2" name="Oval 42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3" name="Oval 42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4" name="Oval 42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5" name="Oval 42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6" name="Oval 42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7" name="Oval 42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8" name="Oval 42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9" name="Oval 42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0" name="Oval 42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1" name="Oval 43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2" name="Oval 43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3" name="Oval 43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4" name="Oval 43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5" name="Oval 43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6" name="Oval 43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7" name="Oval 43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8" name="Oval 43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9" name="Oval 43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0" name="Oval 43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1" name="Oval 43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2" name="Oval 43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3" name="Oval 43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4" name="Oval 43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5" name="Oval 43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6" name="Oval 43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7" name="Oval 43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8" name="Oval 43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9" name="Oval 43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0" name="Oval 43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1" name="Oval 43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2" name="Oval 43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3" name="Oval 43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4" name="Oval 43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067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5" name="Oval 43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6" name="Oval 43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7" name="Oval 43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8" name="Oval 43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9" name="Oval 43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0" name="Oval 43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1" name="Oval 43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2" name="Oval 43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3" name="Oval 43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4" name="Oval 43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5" name="Oval 43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6" name="Oval 43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7" name="Oval 43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8" name="Oval 43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9" name="Oval 43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0" name="Oval 43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1" name="Oval 43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2" name="Oval 43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3" name="Oval 43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4" name="Oval 43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5" name="Oval 43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6" name="Oval 43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7" name="Oval 43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8" name="Oval 43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9" name="Oval 43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0" name="Oval 43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1" name="Oval 43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2" name="Oval 43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3" name="Oval 43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4" name="Oval 43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5" name="Oval 43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6" name="Oval 43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7" name="Oval 43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8" name="Oval 43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9" name="Oval 43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0" name="Oval 43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1" name="Oval 43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2" name="Oval 43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3" name="Oval 43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4" name="Oval 43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5" name="Oval 43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6" name="Oval 43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7" name="Oval 43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8" name="Oval 43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9" name="Oval 43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0" name="Oval 43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1" name="Oval 43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2" name="Oval 43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3" name="Oval 43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4" name="Oval 43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5" name="Oval 43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6" name="Oval 43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7" name="Oval 43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8" name="Oval 43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9" name="Oval 43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0" name="Oval 43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1" name="Oval 43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2" name="Oval 43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3" name="Oval 43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4" name="Oval 43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5" name="Oval 43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6" name="Oval 43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7" name="Oval 43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8" name="Oval 43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9" name="Oval 43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0" name="Oval 43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1" name="Oval 43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2" name="Oval 43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3" name="Oval 43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4" name="Oval 43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5" name="Oval 43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6" name="Oval 43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7" name="Oval 43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8" name="Oval 43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9" name="Oval 43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0" name="Oval 43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1" name="Oval 44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2" name="Oval 44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3" name="Oval 44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4" name="Oval 44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143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5" name="Oval 44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6" name="Oval 44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7" name="Oval 44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8" name="Oval 44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9" name="Oval 44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0" name="Oval 44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1" name="Oval 44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2" name="Oval 44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3" name="Oval 44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4" name="Oval 44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5" name="Oval 44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6" name="Oval 44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7" name="Oval 44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8" name="Oval 44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9" name="Oval 44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0" name="Oval 44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1" name="Oval 44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2" name="Oval 44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3" name="Oval 44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4" name="Oval 44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5" name="Oval 44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6" name="Oval 44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7" name="Oval 44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8" name="Oval 44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9" name="Oval 44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0" name="Oval 44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1" name="Oval 44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2" name="Oval 44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3" name="Oval 44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4" name="Oval 44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5" name="Oval 44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6" name="Oval 44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7" name="Oval 44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8" name="Oval 44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9" name="Oval 44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0" name="Oval 44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1" name="Oval 44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2" name="Oval 44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3" name="Oval 44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4" name="Oval 44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5" name="Oval 44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6" name="Oval 44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7" name="Oval 44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8" name="Oval 44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9" name="Oval 44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0" name="Oval 44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1" name="Oval 44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2" name="Oval 44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3" name="Oval 44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4" name="Oval 44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5" name="Oval 44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6" name="Oval 44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7" name="Oval 44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8" name="Oval 44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9" name="Oval 44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0" name="Oval 44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1" name="Oval 44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2" name="Oval 44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3" name="Oval 44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4" name="Oval 44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5" name="Oval 44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6" name="Oval 44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7" name="Oval 44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8" name="Oval 44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9" name="Oval 44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0" name="Oval 44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1" name="Oval 44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2" name="Oval 44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3" name="Oval 44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4" name="Oval 44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5" name="Oval 44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6" name="Oval 44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7" name="Oval 44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8" name="Oval 44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9" name="Oval 44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0" name="Oval 44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1" name="Oval 44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2" name="Oval 44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3" name="Oval 44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4" name="Oval 44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219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5" name="Oval 44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6" name="Oval 44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7" name="Oval 44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8" name="Oval 44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9" name="Oval 44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0" name="Oval 44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1" name="Oval 44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2" name="Oval 44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3" name="Oval 44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4" name="Oval 44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5" name="Oval 44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6" name="Oval 44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7" name="Oval 44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8" name="Oval 44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9" name="Oval 44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0" name="Oval 44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1" name="Oval 45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2" name="Oval 45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3" name="Oval 45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4" name="Oval 45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5" name="Oval 45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6" name="Oval 45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7" name="Oval 45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8" name="Oval 45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9" name="Oval 45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0" name="Oval 45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1" name="Oval 45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2" name="Oval 45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3" name="Oval 45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4" name="Oval 45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5" name="Oval 45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6" name="Oval 45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7" name="Oval 45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8" name="Oval 45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9" name="Oval 45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0" name="Oval 45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1" name="Oval 45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2" name="Oval 45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3" name="Oval 45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4" name="Oval 45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5" name="Oval 45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6" name="Oval 45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7" name="Oval 45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8" name="Oval 45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9" name="Oval 45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0" name="Oval 45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1" name="Oval 45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2" name="Oval 45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3" name="Oval 45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4" name="Oval 45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5" name="Oval 45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6" name="Oval 45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7" name="Oval 45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8" name="Oval 45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9" name="Oval 45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0" name="Oval 45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1" name="Oval 45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2" name="Oval 45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3" name="Oval 45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4" name="Oval 45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5" name="Oval 45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6" name="Oval 45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7" name="Oval 45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8" name="Oval 45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9" name="Oval 45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0" name="Oval 45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1" name="Oval 45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2" name="Oval 45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3" name="Oval 45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4" name="Oval 45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5" name="Oval 45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6" name="Oval 45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7" name="Oval 45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8" name="Oval 45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9" name="Oval 45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0" name="Oval 45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1" name="Oval 45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2" name="Oval 45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3" name="Oval 45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4" name="Oval 45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295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5" name="Oval 45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6" name="Oval 45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7" name="Oval 45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8" name="Oval 45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9" name="Oval 45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0" name="Oval 45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1" name="Oval 45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2" name="Oval 45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3" name="Oval 45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4" name="Oval 45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5" name="Oval 45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6" name="Oval 45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7" name="Oval 45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8" name="Oval 45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9" name="Oval 45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0" name="Oval 45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1" name="Oval 45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2" name="Oval 45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3" name="Oval 45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4" name="Oval 45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5" name="Oval 45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6" name="Oval 45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7" name="Oval 45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8" name="Oval 45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9" name="Oval 45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0" name="Oval 45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1" name="Oval 45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2" name="Oval 45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3" name="Oval 45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4" name="Oval 45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5" name="Oval 45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6" name="Oval 45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7" name="Oval 45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8" name="Oval 45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9" name="Oval 45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0" name="Oval 45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1" name="Oval 46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2" name="Oval 46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3" name="Oval 46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4" name="Oval 46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5" name="Oval 46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6" name="Oval 46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7" name="Oval 46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8" name="Oval 46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9" name="Oval 46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0" name="Oval 46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1" name="Oval 46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2" name="Oval 46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3" name="Oval 46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4" name="Oval 46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5" name="Oval 46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6" name="Oval 46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7" name="Oval 46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8" name="Oval 46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9" name="Oval 46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0" name="Oval 46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1" name="Oval 46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2" name="Oval 46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3" name="Oval 46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4" name="Oval 46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5" name="Oval 46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6" name="Oval 46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7" name="Oval 46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8" name="Oval 46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9" name="Oval 46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0" name="Oval 46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1" name="Oval 46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2" name="Oval 46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3" name="Oval 46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4" name="Oval 46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5" name="Oval 46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6" name="Oval 46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7" name="Oval 46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8" name="Oval 46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9" name="Oval 46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0" name="Oval 46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1" name="Oval 46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2" name="Oval 46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3" name="Oval 46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4" name="Oval 46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371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5" name="Oval 46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6" name="Oval 46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7" name="Oval 46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8" name="Oval 46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9" name="Oval 46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0" name="Oval 46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1" name="Oval 46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2" name="Oval 46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3" name="Oval 46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4" name="Oval 46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5" name="Oval 46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6" name="Oval 46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7" name="Oval 46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8" name="Oval 46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9" name="Oval 46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0" name="Oval 46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1" name="Oval 46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2" name="Oval 46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3" name="Oval 46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4" name="Oval 46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5" name="Oval 46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6" name="Oval 46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7" name="Oval 46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8" name="Oval 46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9" name="Oval 46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0" name="Oval 46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1" name="Oval 46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2" name="Oval 46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3" name="Oval 46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4" name="Oval 46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5" name="Oval 46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6" name="Oval 46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7" name="Oval 46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8" name="Oval 46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9" name="Oval 46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0" name="Oval 46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1" name="Oval 46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2" name="Oval 46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3" name="Oval 46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4" name="Oval 46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5" name="Oval 46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6" name="Oval 46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7" name="Oval 46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8" name="Oval 46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9" name="Oval 46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0" name="Oval 46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1" name="Oval 46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2" name="Oval 46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3" name="Oval 46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4" name="Oval 46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5" name="Oval 46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6" name="Oval 46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7" name="Oval 46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8" name="Oval 46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9" name="Oval 46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0" name="Oval 46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1" name="Oval 47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2" name="Oval 47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3" name="Oval 47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4" name="Oval 47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5" name="Oval 47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6" name="Oval 47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7" name="Oval 47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8" name="Oval 47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9" name="Oval 47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0" name="Oval 47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1" name="Oval 47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2" name="Oval 47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3" name="Oval 47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4" name="Oval 47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5" name="Oval 47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6" name="Oval 47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7" name="Oval 47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8" name="Oval 47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9" name="Oval 47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0" name="Oval 47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1" name="Oval 47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2" name="Oval 47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3" name="Oval 47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4" name="Oval 47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448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5" name="Oval 47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6" name="Oval 47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7" name="Oval 47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8" name="Oval 47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9" name="Oval 47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0" name="Oval 47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1" name="Oval 47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2" name="Oval 47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3" name="Oval 47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4" name="Oval 47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5" name="Oval 47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6" name="Oval 47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7" name="Oval 47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8" name="Oval 47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9" name="Oval 47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0" name="Oval 47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1" name="Oval 47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2" name="Oval 47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3" name="Oval 47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4" name="Oval 47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5" name="Oval 47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6" name="Oval 47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7" name="Oval 47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8" name="Oval 47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9" name="Oval 47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0" name="Oval 47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1" name="Oval 47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2" name="Oval 47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3" name="Oval 47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4" name="Oval 47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5" name="Oval 47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6" name="Oval 47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7" name="Oval 47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8" name="Oval 47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9" name="Oval 47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0" name="Oval 47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1" name="Oval 47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2" name="Oval 47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3" name="Oval 47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4" name="Oval 47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5" name="Oval 47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6" name="Oval 47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7" name="Oval 47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8" name="Oval 47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9" name="Oval 47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0" name="Oval 47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1" name="Oval 47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2" name="Oval 47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3" name="Oval 47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4" name="Oval 47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5" name="Oval 47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6" name="Oval 47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7" name="Oval 47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8" name="Oval 47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9" name="Oval 47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0" name="Oval 47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1" name="Oval 47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2" name="Oval 47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3" name="Oval 47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4" name="Oval 47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5" name="Oval 47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6" name="Oval 47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7" name="Oval 47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8" name="Oval 47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9" name="Oval 47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0" name="Oval 47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1" name="Oval 47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2" name="Oval 47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3" name="Oval 47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4" name="Oval 47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5" name="Oval 47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6" name="Oval 47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7" name="Oval 47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8" name="Oval 47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9" name="Oval 47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0" name="Oval 47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1" name="Oval 48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2" name="Oval 48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3" name="Oval 48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4" name="Oval 48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524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5" name="Oval 48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6" name="Oval 48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7" name="Oval 48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8" name="Oval 48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9" name="Oval 48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0" name="Oval 48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1" name="Oval 48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2" name="Oval 48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3" name="Oval 48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4" name="Oval 48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5" name="Oval 48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6" name="Oval 48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7" name="Oval 48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8" name="Oval 48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9" name="Oval 48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0" name="Oval 48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1" name="Oval 48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2" name="Oval 48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3" name="Oval 48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4" name="Oval 48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5" name="Oval 48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6" name="Oval 48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7" name="Oval 48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8" name="Oval 48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9" name="Oval 48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0" name="Oval 48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1" name="Oval 48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2" name="Oval 48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3" name="Oval 48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4" name="Oval 48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5" name="Oval 48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6" name="Oval 48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7" name="Oval 48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8" name="Oval 48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9" name="Oval 48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0" name="Oval 48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1" name="Oval 48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2" name="Oval 48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3" name="Oval 48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4" name="Oval 48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5" name="Oval 48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6" name="Oval 48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7" name="Oval 48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8" name="Oval 48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9" name="Oval 48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0" name="Oval 48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1" name="Oval 48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2" name="Oval 48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3" name="Oval 48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4" name="Oval 48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5" name="Oval 48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6" name="Oval 48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7" name="Oval 48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8" name="Oval 48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9" name="Oval 48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0" name="Oval 48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1" name="Oval 48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2" name="Oval 48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3" name="Oval 48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4" name="Oval 48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5" name="Oval 48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6" name="Oval 48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7" name="Oval 48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8" name="Oval 48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9" name="Oval 48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0" name="Oval 48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1" name="Oval 48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2" name="Oval 48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3" name="Oval 48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4" name="Oval 48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5" name="Oval 48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6" name="Oval 48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7" name="Oval 48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8" name="Oval 48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9" name="Oval 48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0" name="Oval 48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1" name="Oval 48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2" name="Oval 48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3" name="Oval 48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4" name="Oval 48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600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5" name="Oval 48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6" name="Oval 48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7" name="Oval 48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8" name="Oval 48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9" name="Oval 48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0" name="Oval 48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1" name="Oval 48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2" name="Oval 48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3" name="Oval 48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4" name="Oval 48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5" name="Oval 48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6" name="Oval 48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7" name="Oval 48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8" name="Oval 48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9" name="Oval 48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0" name="Oval 48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1" name="Oval 49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2" name="Oval 49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3" name="Oval 49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4" name="Oval 49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5" name="Oval 49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6" name="Oval 49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7" name="Oval 49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8" name="Oval 49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9" name="Oval 49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0" name="Oval 49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1" name="Oval 49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2" name="Oval 49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3" name="Oval 49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4" name="Oval 49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5" name="Oval 49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6" name="Oval 49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7" name="Oval 49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8" name="Oval 49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9" name="Oval 49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0" name="Oval 49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1" name="Oval 49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2" name="Oval 49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3" name="Oval 49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4" name="Oval 49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5" name="Oval 49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6" name="Oval 49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7" name="Oval 49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8" name="Oval 49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9" name="Oval 49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0" name="Oval 49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1" name="Oval 49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2" name="Oval 49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3" name="Oval 49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4" name="Oval 49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5" name="Oval 49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6" name="Oval 49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7" name="Oval 49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8" name="Oval 49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9" name="Oval 49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0" name="Oval 49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1" name="Oval 49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2" name="Oval 49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3" name="Oval 49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4" name="Oval 49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5" name="Oval 49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6" name="Oval 49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7" name="Oval 49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8" name="Oval 49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9" name="Oval 49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0" name="Oval 49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1" name="Oval 49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2" name="Oval 49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3" name="Oval 49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4" name="Oval 49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5" name="Oval 49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6" name="Oval 49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7" name="Oval 49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8" name="Oval 49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9" name="Oval 49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0" name="Oval 49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1" name="Oval 49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2" name="Oval 49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3" name="Oval 49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4" name="Oval 49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676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5" name="Oval 49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6" name="Oval 49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7" name="Oval 49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8" name="Oval 49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9" name="Oval 49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0" name="Oval 49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1" name="Oval 49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2" name="Oval 49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3" name="Oval 49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4" name="Oval 49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5" name="Oval 49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6" name="Oval 49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7" name="Oval 49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8" name="Oval 49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9" name="Oval 49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0" name="Oval 49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1" name="Oval 49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2" name="Oval 49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3" name="Oval 49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4" name="Oval 49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5" name="Oval 49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6" name="Oval 49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7" name="Oval 49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8" name="Oval 49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9" name="Oval 49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0" name="Oval 49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1" name="Oval 49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2" name="Oval 49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3" name="Oval 49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4" name="Oval 49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5" name="Oval 49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6" name="Oval 49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7" name="Oval 49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8" name="Oval 49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9" name="Oval 49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0" name="Oval 49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1" name="Oval 50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2" name="Oval 50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3" name="Oval 50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4" name="Oval 50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5" name="Oval 50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6" name="Oval 50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7" name="Oval 50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8" name="Oval 50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9" name="Oval 50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0" name="Oval 50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1" name="Oval 50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2" name="Oval 50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3" name="Oval 50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4" name="Oval 50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5" name="Oval 50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6" name="Oval 50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7" name="Oval 50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8" name="Oval 50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9" name="Oval 50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0" name="Oval 50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1" name="Oval 50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2" name="Oval 50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3" name="Oval 50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4" name="Oval 50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5" name="Oval 50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6" name="Oval 50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7" name="Oval 50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8" name="Oval 50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9" name="Oval 50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0" name="Oval 50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1" name="Oval 50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2" name="Oval 50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3" name="Oval 50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4" name="Oval 50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5" name="Oval 50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6" name="Oval 50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7" name="Oval 50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8" name="Oval 50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9" name="Oval 50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0" name="Oval 50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1" name="Oval 50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2" name="Oval 50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3" name="Oval 50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4" name="Oval 50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752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5" name="Oval 50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6" name="Oval 50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7" name="Oval 50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8" name="Oval 50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9" name="Oval 50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0" name="Oval 50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1" name="Oval 50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2" name="Oval 50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3" name="Oval 50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4" name="Oval 50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5" name="Oval 50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6" name="Oval 50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7" name="Oval 50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8" name="Oval 50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9" name="Oval 50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0" name="Oval 50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1" name="Oval 50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2" name="Oval 50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3" name="Oval 50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4" name="Oval 50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5" name="Oval 50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6" name="Oval 50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7" name="Oval 50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8" name="Oval 50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9" name="Oval 50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0" name="Oval 50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1" name="Oval 50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2" name="Oval 50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3" name="Oval 50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4" name="Oval 50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5" name="Oval 50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6" name="Oval 50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7" name="Oval 50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8" name="Oval 50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9" name="Oval 50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0" name="Oval 50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1" name="Oval 50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2" name="Oval 50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3" name="Oval 50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4" name="Oval 50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5" name="Oval 50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6" name="Oval 50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7" name="Oval 50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8" name="Oval 50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9" name="Oval 50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0" name="Oval 50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1" name="Oval 50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2" name="Oval 50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3" name="Oval 50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4" name="Oval 50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5" name="Oval 50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6" name="Oval 50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7" name="Oval 50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8" name="Oval 50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9" name="Oval 50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0" name="Oval 50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1" name="Oval 51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2" name="Oval 51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3" name="Oval 51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4" name="Oval 51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5" name="Oval 51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6" name="Oval 51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7" name="Oval 51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8" name="Oval 51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9" name="Oval 51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0" name="Oval 51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1" name="Oval 51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2" name="Oval 51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3" name="Oval 51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4" name="Oval 51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5" name="Oval 51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6" name="Oval 51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7" name="Oval 51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8" name="Oval 51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9" name="Oval 51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0" name="Oval 51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1" name="Oval 51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2" name="Oval 51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3" name="Oval 51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4" name="Oval 51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829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5" name="Oval 51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6" name="Oval 51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7" name="Oval 51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8" name="Oval 51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9" name="Oval 51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0" name="Oval 51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1" name="Oval 51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2" name="Oval 51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3" name="Oval 51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4" name="Oval 51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5" name="Oval 51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6" name="Oval 51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7" name="Oval 51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8" name="Oval 51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9" name="Oval 51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0" name="Oval 51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1" name="Oval 51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2" name="Oval 51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3" name="Oval 51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4" name="Oval 51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5" name="Oval 51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6" name="Oval 51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7" name="Oval 51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8" name="Oval 51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9" name="Oval 51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0" name="Oval 51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1" name="Oval 51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2" name="Oval 51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3" name="Oval 51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4" name="Oval 51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5" name="Oval 51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6" name="Oval 51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7" name="Oval 51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8" name="Oval 51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9" name="Oval 51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0" name="Oval 51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1" name="Oval 51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2" name="Oval 51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3" name="Oval 51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4" name="Oval 51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5" name="Oval 51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6" name="Oval 51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7" name="Oval 51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8" name="Oval 51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9" name="Oval 51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0" name="Oval 51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1" name="Oval 51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2" name="Oval 51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3" name="Oval 51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4" name="Oval 51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5" name="Oval 51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6" name="Oval 51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7" name="Oval 51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8" name="Oval 51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9" name="Oval 51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0" name="Oval 51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1" name="Oval 51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2" name="Oval 51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3" name="Oval 51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4" name="Oval 51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5" name="Oval 51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6" name="Oval 51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7" name="Oval 51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8" name="Oval 51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9" name="Oval 51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0" name="Oval 51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1" name="Oval 51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2" name="Oval 51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3" name="Oval 51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4" name="Oval 51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5" name="Oval 51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6" name="Oval 51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7" name="Oval 51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8" name="Oval 51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9" name="Oval 51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0" name="Oval 51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1" name="Oval 52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2" name="Oval 52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3" name="Oval 52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4" name="Oval 52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905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5" name="Oval 52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6" name="Oval 52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7" name="Oval 52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8" name="Oval 52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9" name="Oval 52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0" name="Oval 52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1" name="Oval 52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2" name="Oval 52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3" name="Oval 52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4" name="Oval 52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5" name="Oval 52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6" name="Oval 52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7" name="Oval 52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8" name="Oval 52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9" name="Oval 52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0" name="Oval 52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1" name="Oval 52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2" name="Oval 52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3" name="Oval 52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4" name="Oval 52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5" name="Oval 52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6" name="Oval 52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7" name="Oval 52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8" name="Oval 52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9" name="Oval 52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0" name="Oval 52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1" name="Oval 52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2" name="Oval 52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3" name="Oval 52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4" name="Oval 52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5" name="Oval 52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6" name="Oval 52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7" name="Oval 52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8" name="Oval 52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9" name="Oval 52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0" name="Oval 52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1" name="Oval 52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2" name="Oval 52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3" name="Oval 52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4" name="Oval 52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5" name="Oval 52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6" name="Oval 52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7" name="Oval 52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8" name="Oval 52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9" name="Oval 52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0" name="Oval 52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1" name="Oval 52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2" name="Oval 52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3" name="Oval 52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4" name="Oval 52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5" name="Oval 52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6" name="Oval 52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7" name="Oval 52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8" name="Oval 52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9" name="Oval 52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0" name="Oval 52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1" name="Oval 52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2" name="Oval 52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3" name="Oval 52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4" name="Oval 52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5" name="Oval 52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6" name="Oval 52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7" name="Oval 52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8" name="Oval 52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9" name="Oval 52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0" name="Oval 52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1" name="Oval 52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2" name="Oval 52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3" name="Oval 52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4" name="Oval 52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5" name="Oval 52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6" name="Oval 52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7" name="Oval 52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8" name="Oval 52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9" name="Oval 52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0" name="Oval 52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1" name="Oval 52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2" name="Oval 52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3" name="Oval 52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4" name="Oval 52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4981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5" name="Oval 52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6" name="Oval 52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7" name="Oval 52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8" name="Oval 52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9" name="Oval 52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0" name="Oval 52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1" name="Oval 52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2" name="Oval 52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3" name="Oval 52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4" name="Oval 52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5" name="Oval 52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6" name="Oval 52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7" name="Oval 52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8" name="Oval 52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9" name="Oval 52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0" name="Oval 52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1" name="Oval 53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2" name="Oval 53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3" name="Oval 53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4" name="Oval 53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5" name="Oval 53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6" name="Oval 53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7" name="Oval 53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8" name="Oval 53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9" name="Oval 53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0" name="Oval 53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1" name="Oval 53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2" name="Oval 53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3" name="Oval 53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4" name="Oval 53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5" name="Oval 53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6" name="Oval 53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7" name="Oval 53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8" name="Oval 53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9" name="Oval 53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0" name="Oval 53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1" name="Oval 53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2" name="Oval 53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3" name="Oval 53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4" name="Oval 53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5" name="Oval 53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6" name="Oval 53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7" name="Oval 53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8" name="Oval 53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9" name="Oval 53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0" name="Oval 53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1" name="Oval 53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2" name="Oval 53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3" name="Oval 53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4" name="Oval 53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5" name="Oval 53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6" name="Oval 53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7" name="Oval 53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8" name="Oval 53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9" name="Oval 53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0" name="Oval 53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1" name="Oval 53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2" name="Oval 53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3" name="Oval 53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4" name="Oval 53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5" name="Oval 53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6" name="Oval 53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7" name="Oval 53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8" name="Oval 53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9" name="Oval 53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0" name="Oval 53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1" name="Oval 53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2" name="Oval 53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3" name="Oval 53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4" name="Oval 53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5" name="Oval 53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6" name="Oval 53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7" name="Oval 53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8" name="Oval 53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9" name="Oval 53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0" name="Oval 53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1" name="Oval 53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2" name="Oval 53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3" name="Oval 53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4" name="Oval 53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057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5" name="Oval 53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6" name="Oval 53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7" name="Oval 53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8" name="Oval 53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9" name="Oval 53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0" name="Oval 53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1" name="Oval 53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2" name="Oval 53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3" name="Oval 53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4" name="Oval 53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5" name="Oval 53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6" name="Oval 53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7" name="Oval 53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8" name="Oval 53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9" name="Oval 53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0" name="Oval 53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1" name="Oval 53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2" name="Oval 53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3" name="Oval 53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4" name="Oval 53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5" name="Oval 53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6" name="Oval 53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7" name="Oval 53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8" name="Oval 53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9" name="Oval 53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0" name="Oval 53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1" name="Oval 53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2" name="Oval 53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3" name="Oval 53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4" name="Oval 53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5" name="Oval 53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6" name="Oval 53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7" name="Oval 53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8" name="Oval 53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9" name="Oval 53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0" name="Oval 53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1" name="Oval 54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2" name="Oval 54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3" name="Oval 54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4" name="Oval 54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5" name="Oval 54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6" name="Oval 54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7" name="Oval 54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8" name="Oval 54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9" name="Oval 54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0" name="Oval 54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1" name="Oval 54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2" name="Oval 54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3" name="Oval 54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4" name="Oval 54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5" name="Oval 54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6" name="Oval 54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7" name="Oval 54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8" name="Oval 54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9" name="Oval 54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0" name="Oval 54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1" name="Oval 54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2" name="Oval 54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3" name="Oval 54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4" name="Oval 54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5" name="Oval 54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6" name="Oval 54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7" name="Oval 54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8" name="Oval 54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9" name="Oval 54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0" name="Oval 54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1" name="Oval 54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2" name="Oval 54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3" name="Oval 54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4" name="Oval 54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5" name="Oval 54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6" name="Oval 54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7" name="Oval 54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8" name="Oval 54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9" name="Oval 54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0" name="Oval 54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1" name="Oval 54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2" name="Oval 54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3" name="Oval 54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4" name="Oval 54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133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5" name="Oval 54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6" name="Oval 54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7" name="Oval 54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8" name="Oval 54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9" name="Oval 54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0" name="Oval 54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1" name="Oval 54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2" name="Oval 54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3" name="Oval 54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4" name="Oval 54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5" name="Oval 54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6" name="Oval 54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7" name="Oval 54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8" name="Oval 54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9" name="Oval 54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0" name="Oval 54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1" name="Oval 54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2" name="Oval 54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3" name="Oval 54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4" name="Oval 54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5" name="Oval 54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6" name="Oval 54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7" name="Oval 54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8" name="Oval 54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9" name="Oval 54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0" name="Oval 54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1" name="Oval 54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2" name="Oval 54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3" name="Oval 54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4" name="Oval 54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5" name="Oval 54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6" name="Oval 54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7" name="Oval 54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8" name="Oval 54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9" name="Oval 54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0" name="Oval 54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1" name="Oval 54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2" name="Oval 54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3" name="Oval 54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4" name="Oval 54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5" name="Oval 54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6" name="Oval 54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7" name="Oval 54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8" name="Oval 54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9" name="Oval 54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0" name="Oval 54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1" name="Oval 54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2" name="Oval 54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3" name="Oval 54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4" name="Oval 54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5" name="Oval 54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6" name="Oval 54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7" name="Oval 54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8" name="Oval 54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9" name="Oval 54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0" name="Oval 54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1" name="Oval 55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2" name="Oval 55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3" name="Oval 55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4" name="Oval 55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5" name="Oval 55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6" name="Oval 55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7" name="Oval 55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8" name="Oval 55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9" name="Oval 55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0" name="Oval 55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1" name="Oval 55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2" name="Oval 55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3" name="Oval 55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4" name="Oval 55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5" name="Oval 55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6" name="Oval 55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7" name="Oval 55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8" name="Oval 55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9" name="Oval 55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0" name="Oval 55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1" name="Oval 55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2" name="Oval 55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3" name="Oval 55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4" name="Oval 55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210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5" name="Oval 55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6" name="Oval 55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7" name="Oval 55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8" name="Oval 55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9" name="Oval 55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0" name="Oval 55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1" name="Oval 55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2" name="Oval 55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3" name="Oval 55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4" name="Oval 55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5" name="Oval 55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6" name="Oval 55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7" name="Oval 55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8" name="Oval 55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9" name="Oval 55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0" name="Oval 55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1" name="Oval 55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2" name="Oval 55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3" name="Oval 55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4" name="Oval 55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5" name="Oval 55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6" name="Oval 55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7" name="Oval 55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8" name="Oval 55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9" name="Oval 55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0" name="Oval 55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1" name="Oval 55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2" name="Oval 55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3" name="Oval 55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4" name="Oval 55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5" name="Oval 55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6" name="Oval 55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7" name="Oval 55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8" name="Oval 55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9" name="Oval 55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0" name="Oval 55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1" name="Oval 55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2" name="Oval 55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3" name="Oval 55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4" name="Oval 55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5" name="Oval 55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6" name="Oval 55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7" name="Oval 55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8" name="Oval 55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9" name="Oval 55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0" name="Oval 55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1" name="Oval 55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2" name="Oval 55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3" name="Oval 55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4" name="Oval 55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5" name="Oval 55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6" name="Oval 55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7" name="Oval 55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8" name="Oval 55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9" name="Oval 55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0" name="Oval 55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1" name="Oval 55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2" name="Oval 55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3" name="Oval 55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4" name="Oval 55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5" name="Oval 55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6" name="Oval 55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7" name="Oval 55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8" name="Oval 55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9" name="Oval 55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0" name="Oval 55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1" name="Oval 55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2" name="Oval 55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3" name="Oval 55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4" name="Oval 55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5" name="Oval 55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6" name="Oval 55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7" name="Oval 55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8" name="Oval 55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9" name="Oval 55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0" name="Oval 55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1" name="Oval 56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2" name="Oval 56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3" name="Oval 56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4" name="Oval 56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286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5" name="Oval 56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6" name="Oval 56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7" name="Oval 56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8" name="Oval 56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9" name="Oval 56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0" name="Oval 56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1" name="Oval 56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2" name="Oval 56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3" name="Oval 56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4" name="Oval 56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5" name="Oval 56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6" name="Oval 56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7" name="Oval 56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8" name="Oval 56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9" name="Oval 56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0" name="Oval 56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1" name="Oval 56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2" name="Oval 56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3" name="Oval 56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4" name="Oval 56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5" name="Oval 56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6" name="Oval 56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7" name="Oval 56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8" name="Oval 56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9" name="Oval 56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0" name="Oval 56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1" name="Oval 56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2" name="Oval 56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3" name="Oval 56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4" name="Oval 56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5" name="Oval 56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6" name="Oval 56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7" name="Oval 56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8" name="Oval 56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9" name="Oval 56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0" name="Oval 56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1" name="Oval 56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2" name="Oval 56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3" name="Oval 56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4" name="Oval 56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5" name="Oval 56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6" name="Oval 56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7" name="Oval 56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8" name="Oval 56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9" name="Oval 56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0" name="Oval 56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1" name="Oval 56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2" name="Oval 56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3" name="Oval 56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4" name="Oval 56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5" name="Oval 56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6" name="Oval 56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7" name="Oval 56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8" name="Oval 56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9" name="Oval 56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0" name="Oval 56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1" name="Oval 56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2" name="Oval 56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3" name="Oval 56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4" name="Oval 56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5" name="Oval 56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6" name="Oval 56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7" name="Oval 56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8" name="Oval 56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9" name="Oval 56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0" name="Oval 56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1" name="Oval 56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2" name="Oval 56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3" name="Oval 56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4" name="Oval 56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5" name="Oval 56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6" name="Oval 56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7" name="Oval 56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8" name="Oval 56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9" name="Oval 56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0" name="Oval 56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1" name="Oval 56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2" name="Oval 56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3" name="Oval 56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4" name="Oval 56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362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5" name="Oval 56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6" name="Oval 56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7" name="Oval 56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8" name="Oval 56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9" name="Oval 56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0" name="Oval 56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1" name="Oval 56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2" name="Oval 56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3" name="Oval 56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4" name="Oval 56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5" name="Oval 56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6" name="Oval 56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7" name="Oval 56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8" name="Oval 56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9" name="Oval 56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0" name="Oval 56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1" name="Oval 57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2" name="Oval 57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3" name="Oval 57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4" name="Oval 57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5" name="Oval 57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6" name="Oval 57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7" name="Oval 57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8" name="Oval 57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9" name="Oval 57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0" name="Oval 57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1" name="Oval 57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2" name="Oval 57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3" name="Oval 57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4" name="Oval 57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5" name="Oval 57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6" name="Oval 57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7" name="Oval 57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8" name="Oval 57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9" name="Oval 57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0" name="Oval 57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1" name="Oval 57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2" name="Oval 57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3" name="Oval 57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4" name="Oval 57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5" name="Oval 57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6" name="Oval 57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7" name="Oval 57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8" name="Oval 57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9" name="Oval 57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0" name="Oval 57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1" name="Oval 57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2" name="Oval 57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3" name="Oval 57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4" name="Oval 57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5" name="Oval 57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6" name="Oval 57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7" name="Oval 57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8" name="Oval 57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9" name="Oval 57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0" name="Oval 57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1" name="Oval 57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2" name="Oval 57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3" name="Oval 57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4" name="Oval 57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5" name="Oval 57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6" name="Oval 57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7" name="Oval 57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8" name="Oval 57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9" name="Oval 57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0" name="Oval 57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1" name="Oval 57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2" name="Oval 57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3" name="Oval 57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4" name="Oval 57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5" name="Oval 57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6" name="Oval 57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7" name="Oval 57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8" name="Oval 57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9" name="Oval 57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0" name="Oval 57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1" name="Oval 57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2" name="Oval 57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3" name="Oval 57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4" name="Oval 57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438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5" name="Oval 57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6" name="Oval 57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7" name="Oval 57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8" name="Oval 57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9" name="Oval 57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0" name="Oval 57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1" name="Oval 57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2" name="Oval 57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3" name="Oval 57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4" name="Oval 57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5" name="Oval 57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6" name="Oval 57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7" name="Oval 57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8" name="Oval 57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9" name="Oval 57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0" name="Oval 57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1" name="Oval 57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2" name="Oval 57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3" name="Oval 57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4" name="Oval 57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5" name="Oval 57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6" name="Oval 57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7" name="Oval 57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8" name="Oval 57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9" name="Oval 57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0" name="Oval 57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1" name="Oval 57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2" name="Oval 57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3" name="Oval 57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4" name="Oval 57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5" name="Oval 57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6" name="Oval 57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7" name="Oval 57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8" name="Oval 57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9" name="Oval 57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0" name="Oval 57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1" name="Oval 58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2" name="Oval 58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3" name="Oval 58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4" name="Oval 58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5" name="Oval 58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6" name="Oval 58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7" name="Oval 58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8" name="Oval 58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9" name="Oval 58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0" name="Oval 58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1" name="Oval 58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2" name="Oval 58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3" name="Oval 58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4" name="Oval 58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5" name="Oval 58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6" name="Oval 58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7" name="Oval 58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8" name="Oval 58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9" name="Oval 58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0" name="Oval 58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1" name="Oval 58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2" name="Oval 58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3" name="Oval 58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4" name="Oval 58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5" name="Oval 58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6" name="Oval 58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7" name="Oval 58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8" name="Oval 58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9" name="Oval 58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0" name="Oval 58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1" name="Oval 58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2" name="Oval 58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3" name="Oval 58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4" name="Oval 58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5" name="Oval 58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6" name="Oval 58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7" name="Oval 58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8" name="Oval 58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9" name="Oval 58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0" name="Oval 58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1" name="Oval 58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2" name="Oval 58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3" name="Oval 58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4" name="Oval 58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514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5" name="Oval 58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6" name="Oval 58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7" name="Oval 58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8" name="Oval 58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9" name="Oval 58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0" name="Oval 58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1" name="Oval 58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2" name="Oval 58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3" name="Oval 58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4" name="Oval 58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5" name="Oval 58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6" name="Oval 58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7" name="Oval 58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8" name="Oval 58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9" name="Oval 58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0" name="Oval 58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1" name="Oval 58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2" name="Oval 58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3" name="Oval 58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4" name="Oval 58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5" name="Oval 58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6" name="Oval 58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7" name="Oval 58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8" name="Oval 58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9" name="Oval 58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0" name="Oval 58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1" name="Oval 58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2" name="Oval 58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3" name="Oval 58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4" name="Oval 58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5" name="Oval 58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6" name="Oval 58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7" name="Oval 58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8" name="Oval 58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9" name="Oval 58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0" name="Oval 58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1" name="Oval 58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2" name="Oval 58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3" name="Oval 58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4" name="Oval 58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5" name="Oval 58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6" name="Oval 58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7" name="Oval 58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8" name="Oval 58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9" name="Oval 58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0" name="Oval 58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1" name="Oval 58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2" name="Oval 58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3" name="Oval 58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4" name="Oval 58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5" name="Oval 58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6" name="Oval 58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7" name="Oval 58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8" name="Oval 58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9" name="Oval 58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0" name="Oval 58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1" name="Oval 59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2" name="Oval 59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3" name="Oval 59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4" name="Oval 59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5" name="Oval 59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6" name="Oval 59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7" name="Oval 59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8" name="Oval 59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9" name="Oval 59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0" name="Oval 59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1" name="Oval 59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2" name="Oval 59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3" name="Oval 59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4" name="Oval 59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5" name="Oval 59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6" name="Oval 59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7" name="Oval 59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8" name="Oval 59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9" name="Oval 59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0" name="Oval 59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1" name="Oval 59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2" name="Oval 59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3" name="Oval 59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4" name="Oval 59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591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5" name="Oval 59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6" name="Oval 59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7" name="Oval 59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8" name="Oval 59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9" name="Oval 59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0" name="Oval 59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1" name="Oval 59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2" name="Oval 59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3" name="Oval 59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4" name="Oval 59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5" name="Oval 59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6" name="Oval 59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7" name="Oval 59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8" name="Oval 59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9" name="Oval 59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0" name="Oval 59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1" name="Oval 59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2" name="Oval 59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3" name="Oval 59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4" name="Oval 59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5" name="Oval 59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6" name="Oval 59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7" name="Oval 59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8" name="Oval 59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9" name="Oval 59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0" name="Oval 59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1" name="Oval 59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2" name="Oval 59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3" name="Oval 59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4" name="Oval 59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5" name="Oval 59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6" name="Oval 59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7" name="Oval 59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8" name="Oval 59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9" name="Oval 59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0" name="Oval 59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1" name="Oval 59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2" name="Oval 59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3" name="Oval 59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4" name="Oval 59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5" name="Oval 59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6" name="Oval 59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7" name="Oval 59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8" name="Oval 59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9" name="Oval 59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0" name="Oval 59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1" name="Oval 59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2" name="Oval 59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3" name="Oval 59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4" name="Oval 59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5" name="Oval 59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6" name="Oval 59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7" name="Oval 59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8" name="Oval 59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9" name="Oval 59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0" name="Oval 59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1" name="Oval 59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2" name="Oval 59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3" name="Oval 59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4" name="Oval 59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5" name="Oval 59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6" name="Oval 59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7" name="Oval 59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8" name="Oval 59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9" name="Oval 59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0" name="Oval 59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1" name="Oval 59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2" name="Oval 59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3" name="Oval 59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4" name="Oval 59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5" name="Oval 59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6" name="Oval 59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7" name="Oval 59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8" name="Oval 59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9" name="Oval 59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0" name="Oval 59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1" name="Oval 60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2" name="Oval 60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3" name="Oval 60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4" name="Oval 60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667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5" name="Oval 60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6" name="Oval 60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7" name="Oval 60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8" name="Oval 60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9" name="Oval 60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0" name="Oval 60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1" name="Oval 60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2" name="Oval 60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3" name="Oval 60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4" name="Oval 60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5" name="Oval 60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6" name="Oval 60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7" name="Oval 60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8" name="Oval 60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9" name="Oval 60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0" name="Oval 60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1" name="Oval 60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2" name="Oval 60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3" name="Oval 60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4" name="Oval 60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5" name="Oval 60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6" name="Oval 60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7" name="Oval 60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8" name="Oval 60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9" name="Oval 60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0" name="Oval 60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1" name="Oval 60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2" name="Oval 60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3" name="Oval 60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4" name="Oval 60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5" name="Oval 60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6" name="Oval 60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7" name="Oval 60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8" name="Oval 60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9" name="Oval 60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0" name="Oval 60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1" name="Oval 60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2" name="Oval 60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3" name="Oval 60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4" name="Oval 60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5" name="Oval 60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6" name="Oval 60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7" name="Oval 60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8" name="Oval 60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9" name="Oval 60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0" name="Oval 60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1" name="Oval 60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2" name="Oval 60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3" name="Oval 60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4" name="Oval 60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5" name="Oval 60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6" name="Oval 60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7" name="Oval 60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8" name="Oval 60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9" name="Oval 60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0" name="Oval 60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1" name="Oval 60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2" name="Oval 60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3" name="Oval 60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4" name="Oval 60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5" name="Oval 60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6" name="Oval 60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7" name="Oval 60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8" name="Oval 60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9" name="Oval 60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0" name="Oval 60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1" name="Oval 60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2" name="Oval 60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3" name="Oval 60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4" name="Oval 60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5" name="Oval 60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6" name="Oval 60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7" name="Oval 60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8" name="Oval 60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9" name="Oval 60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0" name="Oval 60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1" name="Oval 60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2" name="Oval 60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3" name="Oval 60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4" name="Oval 60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743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5" name="Oval 60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6" name="Oval 60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7" name="Oval 60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8" name="Oval 60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9" name="Oval 60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0" name="Oval 60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1" name="Oval 60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2" name="Oval 60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3" name="Oval 60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4" name="Oval 60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5" name="Oval 60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6" name="Oval 60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7" name="Oval 60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8" name="Oval 60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9" name="Oval 60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0" name="Oval 60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1" name="Oval 61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2" name="Oval 61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3" name="Oval 61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4" name="Oval 61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5" name="Oval 61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6" name="Oval 61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7" name="Oval 61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8" name="Oval 61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9" name="Oval 61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0" name="Oval 61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1" name="Oval 61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2" name="Oval 61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3" name="Oval 61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4" name="Oval 61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5" name="Oval 61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6" name="Oval 61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7" name="Oval 61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8" name="Oval 61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9" name="Oval 61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0" name="Oval 61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1" name="Oval 61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2" name="Oval 61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3" name="Oval 61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4" name="Oval 61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5" name="Oval 61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6" name="Oval 61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7" name="Oval 61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8" name="Oval 61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9" name="Oval 61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0" name="Oval 61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1" name="Oval 61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2" name="Oval 61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3" name="Oval 61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4" name="Oval 61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5" name="Oval 61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6" name="Oval 61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7" name="Oval 61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8" name="Oval 61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9" name="Oval 61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0" name="Oval 61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1" name="Oval 61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2" name="Oval 61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3" name="Oval 61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4" name="Oval 61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5" name="Oval 61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6" name="Oval 61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7" name="Oval 61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8" name="Oval 61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9" name="Oval 61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0" name="Oval 61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1" name="Oval 61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2" name="Oval 61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3" name="Oval 61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4" name="Oval 61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5" name="Oval 61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6" name="Oval 61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7" name="Oval 61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8" name="Oval 61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9" name="Oval 61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0" name="Oval 61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1" name="Oval 61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2" name="Oval 61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3" name="Oval 61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4" name="Oval 61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819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5" name="Oval 61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6" name="Oval 61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7" name="Oval 61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8" name="Oval 61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9" name="Oval 61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0" name="Oval 61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1" name="Oval 61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2" name="Oval 61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3" name="Oval 61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4" name="Oval 61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5" name="Oval 61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6" name="Oval 61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7" name="Oval 61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8" name="Oval 61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9" name="Oval 61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0" name="Oval 61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1" name="Oval 61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2" name="Oval 61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3" name="Oval 61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4" name="Oval 61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5" name="Oval 61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6" name="Oval 61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7" name="Oval 61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8" name="Oval 61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9" name="Oval 61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0" name="Oval 61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1" name="Oval 61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2" name="Oval 61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3" name="Oval 61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4" name="Oval 61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5" name="Oval 61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6" name="Oval 61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7" name="Oval 61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8" name="Oval 61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9" name="Oval 61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0" name="Oval 61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1" name="Oval 62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2" name="Oval 62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3" name="Oval 62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4" name="Oval 62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5" name="Oval 62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6" name="Oval 62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7" name="Oval 62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8" name="Oval 62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9" name="Oval 62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0" name="Oval 62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1" name="Oval 62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2" name="Oval 62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3" name="Oval 62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4" name="Oval 62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5" name="Oval 62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6" name="Oval 62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7" name="Oval 62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8" name="Oval 62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9" name="Oval 62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0" name="Oval 62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1" name="Oval 62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2" name="Oval 62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3" name="Oval 62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4" name="Oval 62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5" name="Oval 62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6" name="Oval 62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7" name="Oval 62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8" name="Oval 62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9" name="Oval 62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0" name="Oval 62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1" name="Oval 62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2" name="Oval 62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3" name="Oval 62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4" name="Oval 62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5" name="Oval 62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6" name="Oval 62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7" name="Oval 62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8" name="Oval 62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9" name="Oval 62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0" name="Oval 62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1" name="Oval 62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2" name="Oval 62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3" name="Oval 62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4" name="Oval 62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895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5" name="Oval 62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6" name="Oval 62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7" name="Oval 62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8" name="Oval 62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9" name="Oval 62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0" name="Oval 62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1" name="Oval 62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2" name="Oval 62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3" name="Oval 62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4" name="Oval 62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5" name="Oval 62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6" name="Oval 62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7" name="Oval 62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8" name="Oval 62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9" name="Oval 62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0" name="Oval 62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1" name="Oval 62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2" name="Oval 62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3" name="Oval 62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4" name="Oval 62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5" name="Oval 62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6" name="Oval 62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7" name="Oval 62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8" name="Oval 62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9" name="Oval 62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0" name="Oval 62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1" name="Oval 62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2" name="Oval 62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3" name="Oval 62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4" name="Oval 62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5" name="Oval 62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6" name="Oval 62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7" name="Oval 62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8" name="Oval 62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9" name="Oval 62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0" name="Oval 62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1" name="Oval 62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2" name="Oval 62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3" name="Oval 62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4" name="Oval 62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5" name="Oval 62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6" name="Oval 62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7" name="Oval 62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8" name="Oval 62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9" name="Oval 62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0" name="Oval 62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1" name="Oval 62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2" name="Oval 62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3" name="Oval 62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4" name="Oval 62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5" name="Oval 62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6" name="Oval 62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7" name="Oval 62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8" name="Oval 62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9" name="Oval 62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0" name="Oval 62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1" name="Oval 63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2" name="Oval 63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3" name="Oval 63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4" name="Oval 63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5" name="Oval 63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6" name="Oval 63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7" name="Oval 63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8" name="Oval 63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9" name="Oval 63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0" name="Oval 63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1" name="Oval 63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2" name="Oval 63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3" name="Oval 63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4" name="Oval 63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5" name="Oval 63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6" name="Oval 63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7" name="Oval 63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8" name="Oval 63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9" name="Oval 63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0" name="Oval 63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1" name="Oval 63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2" name="Oval 63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3" name="Oval 63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4" name="Oval 63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5972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5" name="Oval 63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6" name="Oval 63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7" name="Oval 63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8" name="Oval 63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9" name="Oval 63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0" name="Oval 63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1" name="Oval 63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2" name="Oval 63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3" name="Oval 63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4" name="Oval 63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5" name="Oval 63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6" name="Oval 63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7" name="Oval 63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8" name="Oval 63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9" name="Oval 63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0" name="Oval 63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1" name="Oval 63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2" name="Oval 63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3" name="Oval 63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4" name="Oval 63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5" name="Oval 63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6" name="Oval 63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7" name="Oval 63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8" name="Oval 63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9" name="Oval 63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0" name="Oval 63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1" name="Oval 63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2" name="Oval 63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3" name="Oval 63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4" name="Oval 63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5" name="Oval 63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6" name="Oval 63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7" name="Oval 63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8" name="Oval 63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9" name="Oval 63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0" name="Oval 63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1" name="Oval 63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2" name="Oval 63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3" name="Oval 63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4" name="Oval 63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5" name="Oval 63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6" name="Oval 63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7" name="Oval 63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8" name="Oval 63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9" name="Oval 63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0" name="Oval 63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1" name="Oval 63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2" name="Oval 63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3" name="Oval 63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4" name="Oval 63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5" name="Oval 63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6" name="Oval 63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7" name="Oval 63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8" name="Oval 63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9" name="Oval 63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0" name="Oval 63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1" name="Oval 63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2" name="Oval 63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3" name="Oval 63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4" name="Oval 63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5" name="Oval 63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6" name="Oval 63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7" name="Oval 63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8" name="Oval 63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9" name="Oval 63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0" name="Oval 63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1" name="Oval 63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2" name="Oval 63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3" name="Oval 63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4" name="Oval 63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5" name="Oval 63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6" name="Oval 63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7" name="Oval 63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8" name="Oval 63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9" name="Oval 63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0" name="Oval 63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1" name="Oval 64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2" name="Oval 64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3" name="Oval 64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4" name="Oval 64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048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5" name="Oval 64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6" name="Oval 64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7" name="Oval 64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8" name="Oval 64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9" name="Oval 64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0" name="Oval 64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1" name="Oval 64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2" name="Oval 64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3" name="Oval 64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4" name="Oval 64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5" name="Oval 64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6" name="Oval 64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7" name="Oval 64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8" name="Oval 64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9" name="Oval 64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0" name="Oval 64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1" name="Oval 64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2" name="Oval 64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3" name="Oval 64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4" name="Oval 64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5" name="Oval 64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6" name="Oval 64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7" name="Oval 64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8" name="Oval 64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9" name="Oval 64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0" name="Oval 64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1" name="Oval 64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2" name="Oval 64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3" name="Oval 64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4" name="Oval 64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5" name="Oval 64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6" name="Oval 64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7" name="Oval 64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8" name="Oval 64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9" name="Oval 64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0" name="Oval 64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1" name="Oval 64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2" name="Oval 64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3" name="Oval 64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4" name="Oval 64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5" name="Oval 64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6" name="Oval 64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7" name="Oval 64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8" name="Oval 64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9" name="Oval 64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0" name="Oval 64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1" name="Oval 64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2" name="Oval 64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3" name="Oval 64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4" name="Oval 64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5" name="Oval 64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6" name="Oval 64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7" name="Oval 64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8" name="Oval 64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9" name="Oval 64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0" name="Oval 64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1" name="Oval 64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2" name="Oval 64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3" name="Oval 64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4" name="Oval 64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5" name="Oval 64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6" name="Oval 64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7" name="Oval 64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8" name="Oval 64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9" name="Oval 64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0" name="Oval 64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1" name="Oval 64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2" name="Oval 64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3" name="Oval 64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4" name="Oval 64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5" name="Oval 64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6" name="Oval 64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7" name="Oval 64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8" name="Oval 64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9" name="Oval 64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0" name="Oval 64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1" name="Oval 64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2" name="Oval 64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3" name="Oval 64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4" name="Oval 64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124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5" name="Oval 64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6" name="Oval 64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7" name="Oval 64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8" name="Oval 64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9" name="Oval 64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0" name="Oval 64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1" name="Oval 64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2" name="Oval 64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3" name="Oval 64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4" name="Oval 64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5" name="Oval 64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6" name="Oval 64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7" name="Oval 64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8" name="Oval 64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9" name="Oval 64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0" name="Oval 64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1" name="Oval 65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2" name="Oval 65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3" name="Oval 65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4" name="Oval 65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5" name="Oval 65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6" name="Oval 65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7" name="Oval 65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8" name="Oval 65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9" name="Oval 65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0" name="Oval 65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1" name="Oval 65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2" name="Oval 65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3" name="Oval 65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4" name="Oval 65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5" name="Oval 65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6" name="Oval 65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7" name="Oval 65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8" name="Oval 65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9" name="Oval 65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0" name="Oval 65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1" name="Oval 65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2" name="Oval 65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3" name="Oval 65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4" name="Oval 65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5" name="Oval 65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6" name="Oval 65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7" name="Oval 65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8" name="Oval 65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9" name="Oval 65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0" name="Oval 65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1" name="Oval 65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2" name="Oval 65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3" name="Oval 65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4" name="Oval 65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5" name="Oval 65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6" name="Oval 65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7" name="Oval 65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8" name="Oval 65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9" name="Oval 65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0" name="Oval 65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1" name="Oval 65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2" name="Oval 65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3" name="Oval 65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4" name="Oval 65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5" name="Oval 65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6" name="Oval 65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7" name="Oval 65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8" name="Oval 65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9" name="Oval 65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0" name="Oval 65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1" name="Oval 65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2" name="Oval 65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3" name="Oval 65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4" name="Oval 65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5" name="Oval 65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6" name="Oval 65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7" name="Oval 65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8" name="Oval 65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9" name="Oval 65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0" name="Oval 65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1" name="Oval 65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2" name="Oval 65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3" name="Oval 65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4" name="Oval 65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200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5" name="Oval 65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6" name="Oval 65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7" name="Oval 65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8" name="Oval 65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9" name="Oval 65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0" name="Oval 65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1" name="Oval 65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2" name="Oval 65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3" name="Oval 65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4" name="Oval 65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5" name="Oval 65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6" name="Oval 65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7" name="Oval 65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8" name="Oval 65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9" name="Oval 65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0" name="Oval 65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1" name="Oval 65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2" name="Oval 65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3" name="Oval 65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4" name="Oval 65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5" name="Oval 65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6" name="Oval 65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7" name="Oval 65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8" name="Oval 65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9" name="Oval 65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0" name="Oval 65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1" name="Oval 65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2" name="Oval 65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3" name="Oval 65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4" name="Oval 65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5" name="Oval 65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6" name="Oval 65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7" name="Oval 65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8" name="Oval 65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9" name="Oval 65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0" name="Oval 65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1" name="Oval 66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2" name="Oval 66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3" name="Oval 66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4" name="Oval 66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5" name="Oval 66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6" name="Oval 66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7" name="Oval 66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8" name="Oval 66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9" name="Oval 66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0" name="Oval 66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1" name="Oval 66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2" name="Oval 66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3" name="Oval 66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4" name="Oval 66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5" name="Oval 66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6" name="Oval 66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7" name="Oval 66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8" name="Oval 66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9" name="Oval 66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0" name="Oval 66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1" name="Oval 66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2" name="Oval 66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3" name="Oval 66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4" name="Oval 66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5" name="Oval 66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6" name="Oval 66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7" name="Oval 66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8" name="Oval 66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9" name="Oval 66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0" name="Oval 66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1" name="Oval 66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2" name="Oval 66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3" name="Oval 66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4" name="Oval 66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5" name="Oval 66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6" name="Oval 66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7" name="Oval 66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8" name="Oval 66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9" name="Oval 66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0" name="Oval 66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1" name="Oval 66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2" name="Oval 66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3" name="Oval 66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4" name="Oval 66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276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5" name="Oval 66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6" name="Oval 66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7" name="Oval 66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8" name="Oval 66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9" name="Oval 66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0" name="Oval 66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1" name="Oval 66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2" name="Oval 66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3" name="Oval 66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4" name="Oval 66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5" name="Oval 66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6" name="Oval 66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7" name="Oval 66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8" name="Oval 66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9" name="Oval 66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0" name="Oval 66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1" name="Oval 66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2" name="Oval 66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3" name="Oval 66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4" name="Oval 66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5" name="Oval 66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6" name="Oval 66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7" name="Oval 66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8" name="Oval 66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9" name="Oval 66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0" name="Oval 66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1" name="Oval 66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2" name="Oval 66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3" name="Oval 66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4" name="Oval 66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5" name="Oval 66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6" name="Oval 66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7" name="Oval 66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8" name="Oval 66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9" name="Oval 66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0" name="Oval 66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1" name="Oval 66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2" name="Oval 66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3" name="Oval 66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4" name="Oval 66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5" name="Oval 66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6" name="Oval 66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7" name="Oval 66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8" name="Oval 66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9" name="Oval 66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0" name="Oval 66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1" name="Oval 66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2" name="Oval 66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3" name="Oval 66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4" name="Oval 66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5" name="Oval 66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6" name="Oval 66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7" name="Oval 66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8" name="Oval 66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9" name="Oval 66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0" name="Oval 66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1" name="Oval 67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2" name="Oval 67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3" name="Oval 67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4" name="Oval 67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5" name="Oval 67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6" name="Oval 67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7" name="Oval 67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8" name="Oval 67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9" name="Oval 67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0" name="Oval 67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1" name="Oval 67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2" name="Oval 67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3" name="Oval 67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4" name="Oval 67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5" name="Oval 67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6" name="Oval 67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7" name="Oval 67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8" name="Oval 67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9" name="Oval 67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0" name="Oval 67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1" name="Oval 67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2" name="Oval 67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3" name="Oval 67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4" name="Oval 67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353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5" name="Oval 67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6" name="Oval 67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7" name="Oval 67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8" name="Oval 67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9" name="Oval 67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0" name="Oval 67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1" name="Oval 67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2" name="Oval 67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3" name="Oval 67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4" name="Oval 67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5" name="Oval 67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6" name="Oval 67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7" name="Oval 67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8" name="Oval 67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9" name="Oval 67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0" name="Oval 67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1" name="Oval 67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2" name="Oval 67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3" name="Oval 67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4" name="Oval 67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5" name="Oval 67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6" name="Oval 67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7" name="Oval 67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8" name="Oval 67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9" name="Oval 67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0" name="Oval 67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1" name="Oval 67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2" name="Oval 67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3" name="Oval 67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4" name="Oval 67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5" name="Oval 67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6" name="Oval 67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7" name="Oval 67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8" name="Oval 67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9" name="Oval 67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0" name="Oval 67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1" name="Oval 67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2" name="Oval 67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3" name="Oval 67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4" name="Oval 67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5" name="Oval 67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6" name="Oval 67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7" name="Oval 67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8" name="Oval 67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9" name="Oval 67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0" name="Oval 67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1" name="Oval 67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2" name="Oval 67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3" name="Oval 67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4" name="Oval 67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5" name="Oval 67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6" name="Oval 67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7" name="Oval 67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8" name="Oval 67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9" name="Oval 67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0" name="Oval 67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1" name="Oval 67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2" name="Oval 67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3" name="Oval 67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4" name="Oval 67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5" name="Oval 67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6" name="Oval 67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7" name="Oval 67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8" name="Oval 67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9" name="Oval 67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0" name="Oval 67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1" name="Oval 67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2" name="Oval 67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3" name="Oval 67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4" name="Oval 67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5" name="Oval 67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6" name="Oval 67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7" name="Oval 67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8" name="Oval 67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9" name="Oval 67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0" name="Oval 67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1" name="Oval 68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2" name="Oval 68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3" name="Oval 68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4" name="Oval 68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429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5" name="Oval 680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6" name="Oval 680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7" name="Oval 680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8" name="Oval 680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9" name="Oval 680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0" name="Oval 680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1" name="Oval 681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2" name="Oval 681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3" name="Oval 681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4" name="Oval 681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5" name="Oval 681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6" name="Oval 681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7" name="Oval 681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8" name="Oval 681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9" name="Oval 681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0" name="Oval 681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1" name="Oval 682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2" name="Oval 682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3" name="Oval 682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4" name="Oval 682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5" name="Oval 682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6" name="Oval 682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7" name="Oval 682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8" name="Oval 682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9" name="Oval 682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0" name="Oval 682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1" name="Oval 683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2" name="Oval 683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3" name="Oval 683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4" name="Oval 683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5" name="Oval 683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6" name="Oval 683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7" name="Oval 683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8" name="Oval 683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9" name="Oval 683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0" name="Oval 683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1" name="Oval 684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2" name="Oval 684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3" name="Oval 684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4" name="Oval 684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5" name="Oval 684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6" name="Oval 684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7" name="Oval 684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8" name="Oval 684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9" name="Oval 684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0" name="Oval 684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1" name="Oval 685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2" name="Oval 685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3" name="Oval 685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4" name="Oval 685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5" name="Oval 685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6" name="Oval 685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7" name="Oval 685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8" name="Oval 685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9" name="Oval 685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0" name="Oval 685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1" name="Oval 686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2" name="Oval 686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3" name="Oval 686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4" name="Oval 686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5" name="Oval 686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6" name="Oval 686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7" name="Oval 686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8" name="Oval 686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9" name="Oval 686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0" name="Oval 686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1" name="Oval 687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2" name="Oval 687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3" name="Oval 687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4" name="Oval 687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5" name="Oval 687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6" name="Oval 687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7" name="Oval 687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8" name="Oval 687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9" name="Oval 687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0" name="Oval 687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1" name="Oval 688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2" name="Oval 688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3" name="Oval 688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4" name="Oval 688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5055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5" name="Oval 688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6" name="Oval 688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7" name="Oval 688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8" name="Oval 688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9" name="Oval 688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0" name="Oval 688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1" name="Oval 689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2" name="Oval 689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3" name="Oval 689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4" name="Oval 689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5" name="Oval 689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6" name="Oval 689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7" name="Oval 689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8" name="Oval 689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9" name="Oval 689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0" name="Oval 689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1" name="Oval 690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2" name="Oval 690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3" name="Oval 690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4" name="Oval 690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5" name="Oval 690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6" name="Oval 690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7" name="Oval 690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8" name="Oval 690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9" name="Oval 690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0" name="Oval 690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1" name="Oval 691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2" name="Oval 691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3" name="Oval 691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4" name="Oval 691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5" name="Oval 691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6" name="Oval 691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7" name="Oval 691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8" name="Oval 691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9" name="Oval 691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0" name="Oval 691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1" name="Oval 692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2" name="Oval 692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3" name="Oval 692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4" name="Oval 692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5" name="Oval 692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6" name="Oval 692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7" name="Oval 692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8" name="Oval 692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9" name="Oval 692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0" name="Oval 692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1" name="Oval 693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2" name="Oval 693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3" name="Oval 693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4" name="Oval 693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5" name="Oval 693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6" name="Oval 693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7" name="Oval 693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8" name="Oval 693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9" name="Oval 693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0" name="Oval 693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1" name="Oval 694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2" name="Oval 694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3" name="Oval 694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4" name="Oval 694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5" name="Oval 694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6" name="Oval 694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7" name="Oval 694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8" name="Oval 694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9" name="Oval 694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0" name="Oval 694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1" name="Oval 695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2" name="Oval 695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3" name="Oval 695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4" name="Oval 695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5" name="Oval 695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6" name="Oval 695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7" name="Oval 695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8" name="Oval 695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9" name="Oval 695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0" name="Oval 695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1" name="Oval 696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2" name="Oval 696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3" name="Oval 696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4" name="Oval 696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5817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5" name="Oval 696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6" name="Oval 696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7" name="Oval 696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8" name="Oval 696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9" name="Oval 696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0" name="Oval 696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1" name="Oval 697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2" name="Oval 697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3" name="Oval 697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4" name="Oval 697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5" name="Oval 697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6" name="Oval 697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7" name="Oval 697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8" name="Oval 697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9" name="Oval 697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0" name="Oval 697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1" name="Oval 698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2" name="Oval 698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3" name="Oval 698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4" name="Oval 698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5" name="Oval 698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6" name="Oval 698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7" name="Oval 698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8" name="Oval 698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9" name="Oval 698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0" name="Oval 698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1" name="Oval 699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2" name="Oval 699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3" name="Oval 699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4" name="Oval 699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5" name="Oval 699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6" name="Oval 699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7" name="Oval 699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8" name="Oval 699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9" name="Oval 699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0" name="Oval 699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1" name="Oval 700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2" name="Oval 700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3" name="Oval 700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4" name="Oval 700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5" name="Oval 700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6" name="Oval 700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7" name="Oval 700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8" name="Oval 700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9" name="Oval 700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0" name="Oval 700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1" name="Oval 701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2" name="Oval 701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3" name="Oval 701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4" name="Oval 701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5" name="Oval 701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6" name="Oval 701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7" name="Oval 701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8" name="Oval 701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9" name="Oval 701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0" name="Oval 701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1" name="Oval 702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2" name="Oval 702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3" name="Oval 702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4" name="Oval 702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5" name="Oval 702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6" name="Oval 702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7" name="Oval 702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8" name="Oval 702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9" name="Oval 702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0" name="Oval 702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1" name="Oval 703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2" name="Oval 703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3" name="Oval 703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4" name="Oval 703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5" name="Oval 703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6" name="Oval 703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7" name="Oval 703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8" name="Oval 703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9" name="Oval 703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0" name="Oval 703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1" name="Oval 704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2" name="Oval 704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3" name="Oval 704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4" name="Oval 704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6579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5" name="Oval 704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6" name="Oval 704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7" name="Oval 704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8" name="Oval 704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9" name="Oval 704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0" name="Oval 704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1" name="Oval 705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2" name="Oval 705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3" name="Oval 705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4" name="Oval 705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5" name="Oval 705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6" name="Oval 705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7" name="Oval 705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8" name="Oval 705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9" name="Oval 705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0" name="Oval 705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1" name="Oval 706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2" name="Oval 706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3" name="Oval 706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4" name="Oval 706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5" name="Oval 706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6" name="Oval 706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7" name="Oval 706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8" name="Oval 706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9" name="Oval 706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0" name="Oval 706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1" name="Oval 707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2" name="Oval 707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3" name="Oval 707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4" name="Oval 707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5" name="Oval 707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6" name="Oval 707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7" name="Oval 707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8" name="Oval 707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9" name="Oval 707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0" name="Oval 707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1" name="Oval 708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2" name="Oval 708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3" name="Oval 708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4" name="Oval 708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5" name="Oval 708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6" name="Oval 708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7" name="Oval 708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8" name="Oval 708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9" name="Oval 708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0" name="Oval 708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1" name="Oval 709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2" name="Oval 709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3" name="Oval 709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4" name="Oval 709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5" name="Oval 709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6" name="Oval 709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7" name="Oval 709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8" name="Oval 709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9" name="Oval 709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0" name="Oval 709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1" name="Oval 710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2" name="Oval 710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3" name="Oval 710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4" name="Oval 710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5" name="Oval 710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6" name="Oval 710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7" name="Oval 710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8" name="Oval 710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9" name="Oval 710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0" name="Oval 710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1" name="Oval 711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2" name="Oval 711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3" name="Oval 711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4" name="Oval 711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5" name="Oval 711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6" name="Oval 711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7" name="Oval 711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8" name="Oval 711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9" name="Oval 711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0" name="Oval 711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1" name="Oval 712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2" name="Oval 712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3" name="Oval 712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4" name="Oval 712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7341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5" name="Oval 7124"/>
          <p:cNvSpPr/>
          <p:nvPr/>
        </p:nvSpPr>
        <p:spPr>
          <a:solidFill>
            <a:srgbClr val="FFFFFF">
              <a:alpha val="10200"/>
            </a:srgbClr>
          </a:solidFill>
          <a:xfrm>
            <a:off x="28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6" name="Oval 7125"/>
          <p:cNvSpPr/>
          <p:nvPr/>
        </p:nvSpPr>
        <p:spPr>
          <a:solidFill>
            <a:srgbClr val="FFFFFF">
              <a:alpha val="10200"/>
            </a:srgbClr>
          </a:solidFill>
          <a:xfrm>
            <a:off x="104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7" name="Oval 7126"/>
          <p:cNvSpPr/>
          <p:nvPr/>
        </p:nvSpPr>
        <p:spPr>
          <a:solidFill>
            <a:srgbClr val="FFFFFF">
              <a:alpha val="10200"/>
            </a:srgbClr>
          </a:solidFill>
          <a:xfrm>
            <a:off x="180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8" name="Oval 7127"/>
          <p:cNvSpPr/>
          <p:nvPr/>
        </p:nvSpPr>
        <p:spPr>
          <a:solidFill>
            <a:srgbClr val="FFFFFF">
              <a:alpha val="10200"/>
            </a:srgbClr>
          </a:solidFill>
          <a:xfrm>
            <a:off x="257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9" name="Oval 7128"/>
          <p:cNvSpPr/>
          <p:nvPr/>
        </p:nvSpPr>
        <p:spPr>
          <a:solidFill>
            <a:srgbClr val="FFFFFF">
              <a:alpha val="10200"/>
            </a:srgbClr>
          </a:solidFill>
          <a:xfrm>
            <a:off x="333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0" name="Oval 7129"/>
          <p:cNvSpPr/>
          <p:nvPr/>
        </p:nvSpPr>
        <p:spPr>
          <a:solidFill>
            <a:srgbClr val="FFFFFF">
              <a:alpha val="10200"/>
            </a:srgbClr>
          </a:solidFill>
          <a:xfrm>
            <a:off x="409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1" name="Oval 7130"/>
          <p:cNvSpPr/>
          <p:nvPr/>
        </p:nvSpPr>
        <p:spPr>
          <a:solidFill>
            <a:srgbClr val="FFFFFF">
              <a:alpha val="10200"/>
            </a:srgbClr>
          </a:solidFill>
          <a:xfrm>
            <a:off x="485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2" name="Oval 7131"/>
          <p:cNvSpPr/>
          <p:nvPr/>
        </p:nvSpPr>
        <p:spPr>
          <a:solidFill>
            <a:srgbClr val="FFFFFF">
              <a:alpha val="10200"/>
            </a:srgbClr>
          </a:solidFill>
          <a:xfrm>
            <a:off x="561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3" name="Oval 7132"/>
          <p:cNvSpPr/>
          <p:nvPr/>
        </p:nvSpPr>
        <p:spPr>
          <a:solidFill>
            <a:srgbClr val="FFFFFF">
              <a:alpha val="10200"/>
            </a:srgbClr>
          </a:solidFill>
          <a:xfrm>
            <a:off x="638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4" name="Oval 7133"/>
          <p:cNvSpPr/>
          <p:nvPr/>
        </p:nvSpPr>
        <p:spPr>
          <a:solidFill>
            <a:srgbClr val="FFFFFF">
              <a:alpha val="10200"/>
            </a:srgbClr>
          </a:solidFill>
          <a:xfrm>
            <a:off x="714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5" name="Oval 7134"/>
          <p:cNvSpPr/>
          <p:nvPr/>
        </p:nvSpPr>
        <p:spPr>
          <a:solidFill>
            <a:srgbClr val="FFFFFF">
              <a:alpha val="10200"/>
            </a:srgbClr>
          </a:solidFill>
          <a:xfrm>
            <a:off x="790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6" name="Oval 7135"/>
          <p:cNvSpPr/>
          <p:nvPr/>
        </p:nvSpPr>
        <p:spPr>
          <a:solidFill>
            <a:srgbClr val="FFFFFF">
              <a:alpha val="10200"/>
            </a:srgbClr>
          </a:solidFill>
          <a:xfrm>
            <a:off x="866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7" name="Oval 7136"/>
          <p:cNvSpPr/>
          <p:nvPr/>
        </p:nvSpPr>
        <p:spPr>
          <a:solidFill>
            <a:srgbClr val="FFFFFF">
              <a:alpha val="10200"/>
            </a:srgbClr>
          </a:solidFill>
          <a:xfrm>
            <a:off x="942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8" name="Oval 7137"/>
          <p:cNvSpPr/>
          <p:nvPr/>
        </p:nvSpPr>
        <p:spPr>
          <a:solidFill>
            <a:srgbClr val="FFFFFF">
              <a:alpha val="10200"/>
            </a:srgbClr>
          </a:solidFill>
          <a:xfrm>
            <a:off x="1019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9" name="Oval 7138"/>
          <p:cNvSpPr/>
          <p:nvPr/>
        </p:nvSpPr>
        <p:spPr>
          <a:solidFill>
            <a:srgbClr val="FFFFFF">
              <a:alpha val="10200"/>
            </a:srgbClr>
          </a:solidFill>
          <a:xfrm>
            <a:off x="1095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0" name="Oval 7139"/>
          <p:cNvSpPr/>
          <p:nvPr/>
        </p:nvSpPr>
        <p:spPr>
          <a:solidFill>
            <a:srgbClr val="FFFFFF">
              <a:alpha val="10200"/>
            </a:srgbClr>
          </a:solidFill>
          <a:xfrm>
            <a:off x="1171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1" name="Oval 7140"/>
          <p:cNvSpPr/>
          <p:nvPr/>
        </p:nvSpPr>
        <p:spPr>
          <a:solidFill>
            <a:srgbClr val="FFFFFF">
              <a:alpha val="10200"/>
            </a:srgbClr>
          </a:solidFill>
          <a:xfrm>
            <a:off x="1247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2" name="Oval 7141"/>
          <p:cNvSpPr/>
          <p:nvPr/>
        </p:nvSpPr>
        <p:spPr>
          <a:solidFill>
            <a:srgbClr val="FFFFFF">
              <a:alpha val="10200"/>
            </a:srgbClr>
          </a:solidFill>
          <a:xfrm>
            <a:off x="1323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3" name="Oval 7142"/>
          <p:cNvSpPr/>
          <p:nvPr/>
        </p:nvSpPr>
        <p:spPr>
          <a:solidFill>
            <a:srgbClr val="FFFFFF">
              <a:alpha val="10200"/>
            </a:srgbClr>
          </a:solidFill>
          <a:xfrm>
            <a:off x="1400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4" name="Oval 7143"/>
          <p:cNvSpPr/>
          <p:nvPr/>
        </p:nvSpPr>
        <p:spPr>
          <a:solidFill>
            <a:srgbClr val="FFFFFF">
              <a:alpha val="10200"/>
            </a:srgbClr>
          </a:solidFill>
          <a:xfrm>
            <a:off x="1476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5" name="Oval 7144"/>
          <p:cNvSpPr/>
          <p:nvPr/>
        </p:nvSpPr>
        <p:spPr>
          <a:solidFill>
            <a:srgbClr val="FFFFFF">
              <a:alpha val="10200"/>
            </a:srgbClr>
          </a:solidFill>
          <a:xfrm>
            <a:off x="1552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6" name="Oval 7145"/>
          <p:cNvSpPr/>
          <p:nvPr/>
        </p:nvSpPr>
        <p:spPr>
          <a:solidFill>
            <a:srgbClr val="FFFFFF">
              <a:alpha val="10200"/>
            </a:srgbClr>
          </a:solidFill>
          <a:xfrm>
            <a:off x="1628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7" name="Oval 7146"/>
          <p:cNvSpPr/>
          <p:nvPr/>
        </p:nvSpPr>
        <p:spPr>
          <a:solidFill>
            <a:srgbClr val="FFFFFF">
              <a:alpha val="10200"/>
            </a:srgbClr>
          </a:solidFill>
          <a:xfrm>
            <a:off x="1704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8" name="Oval 7147"/>
          <p:cNvSpPr/>
          <p:nvPr/>
        </p:nvSpPr>
        <p:spPr>
          <a:solidFill>
            <a:srgbClr val="FFFFFF">
              <a:alpha val="10200"/>
            </a:srgbClr>
          </a:solidFill>
          <a:xfrm>
            <a:off x="1781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9" name="Oval 7148"/>
          <p:cNvSpPr/>
          <p:nvPr/>
        </p:nvSpPr>
        <p:spPr>
          <a:solidFill>
            <a:srgbClr val="FFFFFF">
              <a:alpha val="10200"/>
            </a:srgbClr>
          </a:solidFill>
          <a:xfrm>
            <a:off x="1857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0" name="Oval 7149"/>
          <p:cNvSpPr/>
          <p:nvPr/>
        </p:nvSpPr>
        <p:spPr>
          <a:solidFill>
            <a:srgbClr val="FFFFFF">
              <a:alpha val="10200"/>
            </a:srgbClr>
          </a:solidFill>
          <a:xfrm>
            <a:off x="1933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1" name="Oval 7150"/>
          <p:cNvSpPr/>
          <p:nvPr/>
        </p:nvSpPr>
        <p:spPr>
          <a:solidFill>
            <a:srgbClr val="FFFFFF">
              <a:alpha val="10200"/>
            </a:srgbClr>
          </a:solidFill>
          <a:xfrm>
            <a:off x="2009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2" name="Oval 7151"/>
          <p:cNvSpPr/>
          <p:nvPr/>
        </p:nvSpPr>
        <p:spPr>
          <a:solidFill>
            <a:srgbClr val="FFFFFF">
              <a:alpha val="10200"/>
            </a:srgbClr>
          </a:solidFill>
          <a:xfrm>
            <a:off x="2085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3" name="Oval 7152"/>
          <p:cNvSpPr/>
          <p:nvPr/>
        </p:nvSpPr>
        <p:spPr>
          <a:solidFill>
            <a:srgbClr val="FFFFFF">
              <a:alpha val="10200"/>
            </a:srgbClr>
          </a:solidFill>
          <a:xfrm>
            <a:off x="2162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4" name="Oval 7153"/>
          <p:cNvSpPr/>
          <p:nvPr/>
        </p:nvSpPr>
        <p:spPr>
          <a:solidFill>
            <a:srgbClr val="FFFFFF">
              <a:alpha val="10200"/>
            </a:srgbClr>
          </a:solidFill>
          <a:xfrm>
            <a:off x="2238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5" name="Oval 7154"/>
          <p:cNvSpPr/>
          <p:nvPr/>
        </p:nvSpPr>
        <p:spPr>
          <a:solidFill>
            <a:srgbClr val="FFFFFF">
              <a:alpha val="10200"/>
            </a:srgbClr>
          </a:solidFill>
          <a:xfrm>
            <a:off x="2314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6" name="Oval 7155"/>
          <p:cNvSpPr/>
          <p:nvPr/>
        </p:nvSpPr>
        <p:spPr>
          <a:solidFill>
            <a:srgbClr val="FFFFFF">
              <a:alpha val="10200"/>
            </a:srgbClr>
          </a:solidFill>
          <a:xfrm>
            <a:off x="2390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7" name="Oval 7156"/>
          <p:cNvSpPr/>
          <p:nvPr/>
        </p:nvSpPr>
        <p:spPr>
          <a:solidFill>
            <a:srgbClr val="FFFFFF">
              <a:alpha val="10200"/>
            </a:srgbClr>
          </a:solidFill>
          <a:xfrm>
            <a:off x="2466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8" name="Oval 7157"/>
          <p:cNvSpPr/>
          <p:nvPr/>
        </p:nvSpPr>
        <p:spPr>
          <a:solidFill>
            <a:srgbClr val="FFFFFF">
              <a:alpha val="10200"/>
            </a:srgbClr>
          </a:solidFill>
          <a:xfrm>
            <a:off x="2543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9" name="Oval 7158"/>
          <p:cNvSpPr/>
          <p:nvPr/>
        </p:nvSpPr>
        <p:spPr>
          <a:solidFill>
            <a:srgbClr val="FFFFFF">
              <a:alpha val="10200"/>
            </a:srgbClr>
          </a:solidFill>
          <a:xfrm>
            <a:off x="2619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0" name="Oval 7159"/>
          <p:cNvSpPr/>
          <p:nvPr/>
        </p:nvSpPr>
        <p:spPr>
          <a:solidFill>
            <a:srgbClr val="FFFFFF">
              <a:alpha val="10200"/>
            </a:srgbClr>
          </a:solidFill>
          <a:xfrm>
            <a:off x="2695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1" name="Oval 7160"/>
          <p:cNvSpPr/>
          <p:nvPr/>
        </p:nvSpPr>
        <p:spPr>
          <a:solidFill>
            <a:srgbClr val="FFFFFF">
              <a:alpha val="10200"/>
            </a:srgbClr>
          </a:solidFill>
          <a:xfrm>
            <a:off x="2771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2" name="Oval 7161"/>
          <p:cNvSpPr/>
          <p:nvPr/>
        </p:nvSpPr>
        <p:spPr>
          <a:solidFill>
            <a:srgbClr val="FFFFFF">
              <a:alpha val="10200"/>
            </a:srgbClr>
          </a:solidFill>
          <a:xfrm>
            <a:off x="2847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3" name="Oval 7162"/>
          <p:cNvSpPr/>
          <p:nvPr/>
        </p:nvSpPr>
        <p:spPr>
          <a:solidFill>
            <a:srgbClr val="FFFFFF">
              <a:alpha val="10200"/>
            </a:srgbClr>
          </a:solidFill>
          <a:xfrm>
            <a:off x="2924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4" name="Oval 7163"/>
          <p:cNvSpPr/>
          <p:nvPr/>
        </p:nvSpPr>
        <p:spPr>
          <a:solidFill>
            <a:srgbClr val="FFFFFF">
              <a:alpha val="10200"/>
            </a:srgbClr>
          </a:solidFill>
          <a:xfrm>
            <a:off x="3000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5" name="Oval 7164"/>
          <p:cNvSpPr/>
          <p:nvPr/>
        </p:nvSpPr>
        <p:spPr>
          <a:solidFill>
            <a:srgbClr val="FFFFFF">
              <a:alpha val="10200"/>
            </a:srgbClr>
          </a:solidFill>
          <a:xfrm>
            <a:off x="3076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6" name="Oval 7165"/>
          <p:cNvSpPr/>
          <p:nvPr/>
        </p:nvSpPr>
        <p:spPr>
          <a:solidFill>
            <a:srgbClr val="FFFFFF">
              <a:alpha val="10200"/>
            </a:srgbClr>
          </a:solidFill>
          <a:xfrm>
            <a:off x="3152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7" name="Oval 7166"/>
          <p:cNvSpPr/>
          <p:nvPr/>
        </p:nvSpPr>
        <p:spPr>
          <a:solidFill>
            <a:srgbClr val="FFFFFF">
              <a:alpha val="10200"/>
            </a:srgbClr>
          </a:solidFill>
          <a:xfrm>
            <a:off x="3228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8" name="Oval 7167"/>
          <p:cNvSpPr/>
          <p:nvPr/>
        </p:nvSpPr>
        <p:spPr>
          <a:solidFill>
            <a:srgbClr val="FFFFFF">
              <a:alpha val="10200"/>
            </a:srgbClr>
          </a:solidFill>
          <a:xfrm>
            <a:off x="3305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9" name="Oval 7168"/>
          <p:cNvSpPr/>
          <p:nvPr/>
        </p:nvSpPr>
        <p:spPr>
          <a:solidFill>
            <a:srgbClr val="FFFFFF">
              <a:alpha val="10200"/>
            </a:srgbClr>
          </a:solidFill>
          <a:xfrm>
            <a:off x="3381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0" name="Oval 7169"/>
          <p:cNvSpPr/>
          <p:nvPr/>
        </p:nvSpPr>
        <p:spPr>
          <a:solidFill>
            <a:srgbClr val="FFFFFF">
              <a:alpha val="10200"/>
            </a:srgbClr>
          </a:solidFill>
          <a:xfrm>
            <a:off x="3457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1" name="Oval 7170"/>
          <p:cNvSpPr/>
          <p:nvPr/>
        </p:nvSpPr>
        <p:spPr>
          <a:solidFill>
            <a:srgbClr val="FFFFFF">
              <a:alpha val="10200"/>
            </a:srgbClr>
          </a:solidFill>
          <a:xfrm>
            <a:off x="3533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2" name="Oval 7171"/>
          <p:cNvSpPr/>
          <p:nvPr/>
        </p:nvSpPr>
        <p:spPr>
          <a:solidFill>
            <a:srgbClr val="FFFFFF">
              <a:alpha val="10200"/>
            </a:srgbClr>
          </a:solidFill>
          <a:xfrm>
            <a:off x="3609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3" name="Oval 7172"/>
          <p:cNvSpPr/>
          <p:nvPr/>
        </p:nvSpPr>
        <p:spPr>
          <a:solidFill>
            <a:srgbClr val="FFFFFF">
              <a:alpha val="10200"/>
            </a:srgbClr>
          </a:solidFill>
          <a:xfrm>
            <a:off x="3686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4" name="Oval 7173"/>
          <p:cNvSpPr/>
          <p:nvPr/>
        </p:nvSpPr>
        <p:spPr>
          <a:solidFill>
            <a:srgbClr val="FFFFFF">
              <a:alpha val="10200"/>
            </a:srgbClr>
          </a:solidFill>
          <a:xfrm>
            <a:off x="3762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5" name="Oval 7174"/>
          <p:cNvSpPr/>
          <p:nvPr/>
        </p:nvSpPr>
        <p:spPr>
          <a:solidFill>
            <a:srgbClr val="FFFFFF">
              <a:alpha val="10200"/>
            </a:srgbClr>
          </a:solidFill>
          <a:xfrm>
            <a:off x="3838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6" name="Oval 7175"/>
          <p:cNvSpPr/>
          <p:nvPr/>
        </p:nvSpPr>
        <p:spPr>
          <a:solidFill>
            <a:srgbClr val="FFFFFF">
              <a:alpha val="10200"/>
            </a:srgbClr>
          </a:solidFill>
          <a:xfrm>
            <a:off x="3914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7" name="Oval 7176"/>
          <p:cNvSpPr/>
          <p:nvPr/>
        </p:nvSpPr>
        <p:spPr>
          <a:solidFill>
            <a:srgbClr val="FFFFFF">
              <a:alpha val="10200"/>
            </a:srgbClr>
          </a:solidFill>
          <a:xfrm>
            <a:off x="3990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8" name="Oval 7177"/>
          <p:cNvSpPr/>
          <p:nvPr/>
        </p:nvSpPr>
        <p:spPr>
          <a:solidFill>
            <a:srgbClr val="FFFFFF">
              <a:alpha val="10200"/>
            </a:srgbClr>
          </a:solidFill>
          <a:xfrm>
            <a:off x="4067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9" name="Oval 7178"/>
          <p:cNvSpPr/>
          <p:nvPr/>
        </p:nvSpPr>
        <p:spPr>
          <a:solidFill>
            <a:srgbClr val="FFFFFF">
              <a:alpha val="10200"/>
            </a:srgbClr>
          </a:solidFill>
          <a:xfrm>
            <a:off x="4143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0" name="Oval 7179"/>
          <p:cNvSpPr/>
          <p:nvPr/>
        </p:nvSpPr>
        <p:spPr>
          <a:solidFill>
            <a:srgbClr val="FFFFFF">
              <a:alpha val="10200"/>
            </a:srgbClr>
          </a:solidFill>
          <a:xfrm>
            <a:off x="4219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1" name="Oval 7180"/>
          <p:cNvSpPr/>
          <p:nvPr/>
        </p:nvSpPr>
        <p:spPr>
          <a:solidFill>
            <a:srgbClr val="FFFFFF">
              <a:alpha val="10200"/>
            </a:srgbClr>
          </a:solidFill>
          <a:xfrm>
            <a:off x="4295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2" name="Oval 7181"/>
          <p:cNvSpPr/>
          <p:nvPr/>
        </p:nvSpPr>
        <p:spPr>
          <a:solidFill>
            <a:srgbClr val="FFFFFF">
              <a:alpha val="10200"/>
            </a:srgbClr>
          </a:solidFill>
          <a:xfrm>
            <a:off x="4371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3" name="Oval 7182"/>
          <p:cNvSpPr/>
          <p:nvPr/>
        </p:nvSpPr>
        <p:spPr>
          <a:solidFill>
            <a:srgbClr val="FFFFFF">
              <a:alpha val="10200"/>
            </a:srgbClr>
          </a:solidFill>
          <a:xfrm>
            <a:off x="4448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4" name="Oval 7183"/>
          <p:cNvSpPr/>
          <p:nvPr/>
        </p:nvSpPr>
        <p:spPr>
          <a:solidFill>
            <a:srgbClr val="FFFFFF">
              <a:alpha val="10200"/>
            </a:srgbClr>
          </a:solidFill>
          <a:xfrm>
            <a:off x="4524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5" name="Oval 7184"/>
          <p:cNvSpPr/>
          <p:nvPr/>
        </p:nvSpPr>
        <p:spPr>
          <a:solidFill>
            <a:srgbClr val="FFFFFF">
              <a:alpha val="10200"/>
            </a:srgbClr>
          </a:solidFill>
          <a:xfrm>
            <a:off x="4600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6" name="Oval 7185"/>
          <p:cNvSpPr/>
          <p:nvPr/>
        </p:nvSpPr>
        <p:spPr>
          <a:solidFill>
            <a:srgbClr val="FFFFFF">
              <a:alpha val="10200"/>
            </a:srgbClr>
          </a:solidFill>
          <a:xfrm>
            <a:off x="4676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7" name="Oval 7186"/>
          <p:cNvSpPr/>
          <p:nvPr/>
        </p:nvSpPr>
        <p:spPr>
          <a:solidFill>
            <a:srgbClr val="FFFFFF">
              <a:alpha val="10200"/>
            </a:srgbClr>
          </a:solidFill>
          <a:xfrm>
            <a:off x="4752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8" name="Oval 7187"/>
          <p:cNvSpPr/>
          <p:nvPr/>
        </p:nvSpPr>
        <p:spPr>
          <a:solidFill>
            <a:srgbClr val="FFFFFF">
              <a:alpha val="10200"/>
            </a:srgbClr>
          </a:solidFill>
          <a:xfrm>
            <a:off x="4829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9" name="Oval 7188"/>
          <p:cNvSpPr/>
          <p:nvPr/>
        </p:nvSpPr>
        <p:spPr>
          <a:solidFill>
            <a:srgbClr val="FFFFFF">
              <a:alpha val="10200"/>
            </a:srgbClr>
          </a:solidFill>
          <a:xfrm>
            <a:off x="4905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0" name="Oval 7189"/>
          <p:cNvSpPr/>
          <p:nvPr/>
        </p:nvSpPr>
        <p:spPr>
          <a:solidFill>
            <a:srgbClr val="FFFFFF">
              <a:alpha val="10200"/>
            </a:srgbClr>
          </a:solidFill>
          <a:xfrm>
            <a:off x="4981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1" name="Oval 7190"/>
          <p:cNvSpPr/>
          <p:nvPr/>
        </p:nvSpPr>
        <p:spPr>
          <a:solidFill>
            <a:srgbClr val="FFFFFF">
              <a:alpha val="10200"/>
            </a:srgbClr>
          </a:solidFill>
          <a:xfrm>
            <a:off x="5057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2" name="Oval 7191"/>
          <p:cNvSpPr/>
          <p:nvPr/>
        </p:nvSpPr>
        <p:spPr>
          <a:solidFill>
            <a:srgbClr val="FFFFFF">
              <a:alpha val="10200"/>
            </a:srgbClr>
          </a:solidFill>
          <a:xfrm>
            <a:off x="5133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3" name="Oval 7192"/>
          <p:cNvSpPr/>
          <p:nvPr/>
        </p:nvSpPr>
        <p:spPr>
          <a:solidFill>
            <a:srgbClr val="FFFFFF">
              <a:alpha val="10200"/>
            </a:srgbClr>
          </a:solidFill>
          <a:xfrm>
            <a:off x="5210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4" name="Oval 7193"/>
          <p:cNvSpPr/>
          <p:nvPr/>
        </p:nvSpPr>
        <p:spPr>
          <a:solidFill>
            <a:srgbClr val="FFFFFF">
              <a:alpha val="10200"/>
            </a:srgbClr>
          </a:solidFill>
          <a:xfrm>
            <a:off x="5286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5" name="Oval 7194"/>
          <p:cNvSpPr/>
          <p:nvPr/>
        </p:nvSpPr>
        <p:spPr>
          <a:solidFill>
            <a:srgbClr val="FFFFFF">
              <a:alpha val="10200"/>
            </a:srgbClr>
          </a:solidFill>
          <a:xfrm>
            <a:off x="5362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6" name="Oval 7195"/>
          <p:cNvSpPr/>
          <p:nvPr/>
        </p:nvSpPr>
        <p:spPr>
          <a:solidFill>
            <a:srgbClr val="FFFFFF">
              <a:alpha val="10200"/>
            </a:srgbClr>
          </a:solidFill>
          <a:xfrm>
            <a:off x="5438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7" name="Oval 7196"/>
          <p:cNvSpPr/>
          <p:nvPr/>
        </p:nvSpPr>
        <p:spPr>
          <a:solidFill>
            <a:srgbClr val="FFFFFF">
              <a:alpha val="10200"/>
            </a:srgbClr>
          </a:solidFill>
          <a:xfrm>
            <a:off x="5514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8" name="Oval 7197"/>
          <p:cNvSpPr/>
          <p:nvPr/>
        </p:nvSpPr>
        <p:spPr>
          <a:solidFill>
            <a:srgbClr val="FFFFFF">
              <a:alpha val="10200"/>
            </a:srgbClr>
          </a:solidFill>
          <a:xfrm>
            <a:off x="5591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9" name="Oval 7198"/>
          <p:cNvSpPr/>
          <p:nvPr/>
        </p:nvSpPr>
        <p:spPr>
          <a:solidFill>
            <a:srgbClr val="FFFFFF">
              <a:alpha val="10200"/>
            </a:srgbClr>
          </a:solidFill>
          <a:xfrm>
            <a:off x="5667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0" name="Oval 7199"/>
          <p:cNvSpPr/>
          <p:nvPr/>
        </p:nvSpPr>
        <p:spPr>
          <a:solidFill>
            <a:srgbClr val="FFFFFF">
              <a:alpha val="10200"/>
            </a:srgbClr>
          </a:solidFill>
          <a:xfrm>
            <a:off x="57435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1" name="Oval 7200"/>
          <p:cNvSpPr/>
          <p:nvPr/>
        </p:nvSpPr>
        <p:spPr>
          <a:solidFill>
            <a:srgbClr val="FFFFFF">
              <a:alpha val="10200"/>
            </a:srgbClr>
          </a:solidFill>
          <a:xfrm>
            <a:off x="58197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2" name="Oval 7201"/>
          <p:cNvSpPr/>
          <p:nvPr/>
        </p:nvSpPr>
        <p:spPr>
          <a:solidFill>
            <a:srgbClr val="FFFFFF">
              <a:alpha val="10200"/>
            </a:srgbClr>
          </a:solidFill>
          <a:xfrm>
            <a:off x="58959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3" name="Oval 7202"/>
          <p:cNvSpPr/>
          <p:nvPr/>
        </p:nvSpPr>
        <p:spPr>
          <a:solidFill>
            <a:srgbClr val="FFFFFF">
              <a:alpha val="10200"/>
            </a:srgbClr>
          </a:solidFill>
          <a:xfrm>
            <a:off x="59721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4" name="Oval 7203"/>
          <p:cNvSpPr/>
          <p:nvPr/>
        </p:nvSpPr>
        <p:spPr>
          <a:solidFill>
            <a:srgbClr val="FFFFFF">
              <a:alpha val="10200"/>
            </a:srgbClr>
          </a:solidFill>
          <a:xfrm>
            <a:off x="6048375" y="6810375"/>
            <a:ext cx="19050" cy="1905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5" name="Rectangle 7204"/>
          <p:cNvSpPr/>
          <p:nvPr/>
        </p:nvSpPr>
        <p:spPr>
          <a:pattFill prst="smGrid">
            <a:fgClr>
              <a:srgbClr val="FFFFFF">
                <a:alpha val="10200"/>
              </a:srgbClr>
            </a:fgClr>
            <a:bgClr>
              <a:srgbClr val="FFFFFF">
                <a:alpha val="0"/>
              </a:srgbClr>
            </a:bgClr>
          </a:pattFill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xtLst>
            <a:ext uri="https://slidify.dev/2026/recipe">
              <ns3:recipeId xmlns:ns3="https://slidify.dev/2026/recipe">surface.pattern-tile</ns3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6" name="Rectangle 7205"/>
          <p:cNvSpPr/>
          <p:nvPr/>
        </p:nvSpPr>
        <p:spPr>
          <a:gradFill flip="none" rotWithShape="1">
            <a:gsLst>
              <a:gs pos="0">
                <a:srgbClr val="A78BFA">
                  <a:alpha val="32000"/>
                </a:srgbClr>
              </a:gs>
              <a:gs pos="16667">
                <a:srgbClr val="A78BFA">
                  <a:alpha val="26667"/>
                </a:srgbClr>
              </a:gs>
              <a:gs pos="33333">
                <a:srgbClr val="A78BFA">
                  <a:alpha val="21333"/>
                </a:srgbClr>
              </a:gs>
              <a:gs pos="50000">
                <a:srgbClr val="A78BFA">
                  <a:alpha val="16000"/>
                </a:srgbClr>
              </a:gs>
              <a:gs pos="66667">
                <a:srgbClr val="A78BFA">
                  <a:alpha val="10667"/>
                </a:srgbClr>
              </a:gs>
              <a:gs pos="83333">
                <a:srgbClr val="A78BFA">
                  <a:alpha val="53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40000" r="50000" b="60000"/>
            </a:path>
          </a:gradFill>
          <a:xfrm>
            <a:off x="4191000" y="1905000"/>
            <a:ext cx="3810000" cy="3048000"/>
          </a:xfrm>
          <a:prstGeom prst="rect">
            <a:avLst/>
          </a:prstGeom>
          <a:ln>
            <a:noFill/>
          </a:ln>
          <a:extLst>
            <a:ext uri="https://slidify.dev/2026/recipe">
              <ns4:recipeId xmlns:ns4="https://slidify.dev/2026/recipe">surface.radial-blob</ns4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7" name="Rectangle 7206"/>
          <p:cNvSpPr/>
          <p:nvPr/>
        </p:nvSpPr>
        <p:spPr>
          <a:gradFill flip="none" rotWithShape="1">
            <a:gsLst>
              <a:gs pos="0">
                <a:srgbClr val="818CF8"/>
              </a:gs>
              <a:gs pos="8333">
                <a:srgbClr val="8C8BFB"/>
              </a:gs>
              <a:gs pos="16667">
                <a:srgbClr val="978AFC"/>
              </a:gs>
              <a:gs pos="25000">
                <a:srgbClr val="A188FD"/>
              </a:gs>
              <a:gs pos="33333">
                <a:srgbClr val="AC87FE"/>
              </a:gs>
              <a:gs pos="41667">
                <a:srgbClr val="B685FD"/>
              </a:gs>
              <a:gs pos="50000">
                <a:srgbClr val="C084FC"/>
              </a:gs>
              <a:gs pos="58333">
                <a:srgbClr val="CB80F3"/>
              </a:gs>
              <a:gs pos="66667">
                <a:srgbClr val="D57CE9"/>
              </a:gs>
              <a:gs pos="75000">
                <a:srgbClr val="DE79DD"/>
              </a:gs>
              <a:gs pos="83333">
                <a:srgbClr val="E776D1"/>
              </a:gs>
              <a:gs pos="91667">
                <a:srgbClr val="EE74C4"/>
              </a:gs>
              <a:gs pos="100000">
                <a:srgbClr val="F472B6"/>
              </a:gs>
            </a:gsLst>
            <a:lin ang="2700000" scaled="0"/>
          </a:gradFill>
          <a:xfrm>
            <a:off x="0" y="3314700"/>
            <a:ext cx="12192000" cy="228600"/>
          </a:xfrm>
          <a:prstGeom prst="rect">
            <a:avLst/>
          </a:prstGeom>
          <a:ln>
            <a:noFill/>
          </a:ln>
          <a:extLst>
            <a:ext uri="https://slidify.dev/2026/recipe">
              <ns5:recipeId xmlns:ns5="https://slidify.dev/2026/recipe">surface.shape-fill</ns5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710"/>
          </a:solidFill>
          <a:ln>
            <a:noFill/>
          </a:ln>
          <a:extLst>
            <a:ext uri="https://slidify.dev/2026/recipe">
              <ns0:recipeId xmlns:ns0="https://slidify.dev/2026/recipe">slide-background</ns0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32000"/>
                </a:srgbClr>
              </a:gs>
              <a:gs pos="16667">
                <a:srgbClr val="A78BFA">
                  <a:alpha val="26667"/>
                </a:srgbClr>
              </a:gs>
              <a:gs pos="33333">
                <a:srgbClr val="A78BFA">
                  <a:alpha val="21333"/>
                </a:srgbClr>
              </a:gs>
              <a:gs pos="50000">
                <a:srgbClr val="A78BFA">
                  <a:alpha val="16000"/>
                </a:srgbClr>
              </a:gs>
              <a:gs pos="66667">
                <a:srgbClr val="A78BFA">
                  <a:alpha val="10667"/>
                </a:srgbClr>
              </a:gs>
              <a:gs pos="83333">
                <a:srgbClr val="A78BFA">
                  <a:alpha val="5333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  <a:extLst>
            <a:ext uri="https://slidify.dev/2026/recipe">
              <ns1:recipeId xmlns:ns1="https://slidify.dev/2026/recipe">surface.radial-blob</ns1:recipeId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3200" cy="2468880"/>
          </a:xfrm>
          <a:prstGeom prst="rect">
            <a:avLst/>
          </a:prstGeom>
          <a:noFill/>
          <a:extLst>
            <a:ext uri="https://slidify.dev/2026/recipe">
              <ns2:recipeId xmlns:ns2="https://slidify.dev/2026/recipe">slot.numeral</ns2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 i="0" u="none">
                <a:latin typeface="Inter"/>
                <a:gradFill flip="none"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F472B6"/>
                    </a:gs>
                  </a:gsLst>
                  <a:lin ang="2700000" scaled="0"/>
                </a:gradFill>
              </a:rPr>
              <a:t>Ready to compile your next deck?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363200" cy="274320"/>
          </a:xfrm>
          <a:prstGeom prst="rect">
            <a:avLst/>
          </a:prstGeom>
          <a:noFill/>
          <a:extLst>
            <a:ext uri="https://slidify.dev/2026/recipe">
              <ns3:recipeId xmlns:ns3="https://slidify.dev/2026/recipe">slot.eyebrow.text</ns3:recipeId>
            </a:ext>
          </a:extLst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GET THE SLIDIFY CLI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5715000"/>
            <a:ext cx="1524000" cy="952500"/>
          </a:xfrm>
          <a:prstGeom prst="rect">
            <a:avLst/>
          </a:prstGeom>
          <a:extLst>
            <a:ext uri="https://slidify.dev/2026/recipe">
              <ns4:recipeId xmlns:ns4="https://slidify.dev/2026/recipe">chrome.escape-hatch</ns4:recipeId>
            </a:ext>
            <a:ext uri="https://slidify.dev/2026/escape-hatch">
              <ns5:escapePayload xmlns:ns5="https://slidify.dev/2026/escape-hatch">{"attempted": "bg.aurora-corners", "body": "", "cssPayload": "background: conic-gradient(from 45deg, #a78bfa, #f472b6, #60a5fa, #34d399, #a78bfa); border-radius: 12px;", "intent": "conic-gradient-corner-decoration"}</ns5:escapePayload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
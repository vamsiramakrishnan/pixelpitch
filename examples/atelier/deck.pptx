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— investor variant.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/ table of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divider with mesh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stat — single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Three-up KPI strip.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 data-viz slide: donut + bar-set-h + sparkline + kpi-row primitives.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Quarterly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Mixed bento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Annotated product 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Editorial pull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variant — platform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Six-up team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Surfaces showcase: aurora-corners + dot-lattice-fine + line-grid + spotlight-tight + section-divider.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Demonstrates EscapeHatch metering for a treatment (conic-gradient) no atom expresses.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3200" cy="27432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slot.eyebrow.text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Q2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3200" cy="3086100"/>
          </a:xfrm>
          <a:prstGeom prst="rect">
            <a:avLst/>
          </a:prstGeom>
          <a:noFill/>
          <a:extLst>
            <a:ext uri="https://slidify.dev/2026/recipe">
              <ns3:recipeId xmlns:ns3="https://slidify.dev/2026/recipe">slot.numeral</ns3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8534400" cy="1234440"/>
          </a:xfrm>
          <a:prstGeom prst="rect">
            <a:avLst/>
          </a:prstGeom>
          <a:noFill/>
          <a:extLst>
            <a:ext uri="https://slidify.dev/2026/recipe">
              <ns4:recipeId xmlns:ns4="https://slidify.dev/2026/recipe">slot.quote.body</ns4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F5F5F7"/>
                </a:solidFill>
                <a:latin typeface="Inter"/>
              </a:rPr>
              <a:t>A compiler for presentations.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3200" cy="27432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3200" cy="109728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What we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10363200" cy="3429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3:recipeId xmlns:ns3="https://slidify.dev/2026/recipe">decoration.line-stroke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28700"/>
            <a:ext cx="6705600" cy="37719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349240"/>
            <a:ext cx="10363200" cy="274320"/>
          </a:xfrm>
          <a:prstGeom prst="rect">
            <a:avLst/>
          </a:prstGeom>
          <a:noFill/>
          <a:extLst>
            <a:ext uri="https://slidify.dev/2026/recipe">
              <ns3:recipeId xmlns:ns3="https://slidify.dev/2026/recipe">slot.eyebrow.text</ns3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FOUNDATIONS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05600" y="1371600"/>
            <a:ext cx="4876800" cy="41148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1:recipeId xmlns:ns1="https://slidify.dev/2026/recipe">surface.shape-fill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3200" cy="27432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slot.eyebrow.text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NATIVE-AREA RATIO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5486400" cy="3771900"/>
          </a:xfrm>
          <a:prstGeom prst="rect">
            <a:avLst/>
          </a:prstGeom>
          <a:noFill/>
          <a:extLst>
            <a:ext uri="https://slidify.dev/2026/recipe">
              <ns3:recipeId xmlns:ns3="https://slidify.dev/2026/recipe">slot.numeral</ns3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818CF8"/>
                </a:solidFill>
                <a:latin typeface="Inter"/>
              </a:rPr>
              <a:t>87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4251960"/>
            <a:ext cx="1828800" cy="411480"/>
          </a:xfrm>
          <a:prstGeom prst="roundRect">
            <a:avLst/>
          </a:prstGeom>
          <a:solidFill>
            <a:srgbClr val="10B981">
              <a:alpha val="18000"/>
            </a:srgbClr>
          </a:solidFill>
          <a:ln>
            <a:noFill/>
          </a:ln>
          <a:extLst>
            <a:ext uri="https://slidify.dev/2026/recipe">
              <ns4:recipeId xmlns:ns4="https://slidify.dev/2026/recipe">data.delta-badge.bg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4251960"/>
            <a:ext cx="1828800" cy="411480"/>
          </a:xfrm>
          <a:prstGeom prst="rect">
            <a:avLst/>
          </a:prstGeom>
          <a:noFill/>
          <a:extLst>
            <a:ext uri="https://slidify.dev/2026/recipe">
              <ns5:recipeId xmlns:ns5="https://slidify.dev/2026/recipe">data.delta-badge.label</ns5:recipeId>
            </a:ext>
          </a:ex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10B981"/>
                </a:solidFill>
                <a:latin typeface="Inter"/>
              </a:rPr>
              <a:t>▲ +29% vs Wave-1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363200" cy="27432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3200" cy="6858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Atelier-v2 telemetry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3230880" cy="30861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3:recipeId xmlns:ns3="https://slidify.dev/2026/recipe">surface.shape-fill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74464" y="2743200"/>
            <a:ext cx="3230880" cy="30861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4:recipeId xmlns:ns4="https://slidify.dev/2026/recipe">surface.shape-fill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2743200"/>
            <a:ext cx="3230880" cy="30861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5:recipeId xmlns:ns5="https://slidify.dev/2026/recipe">surface.shape-fill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19200" y="5074920"/>
            <a:ext cx="2438400" cy="411480"/>
          </a:xfrm>
          <a:prstGeom prst="roundRect">
            <a:avLst/>
          </a:prstGeom>
          <a:solidFill>
            <a:srgbClr val="10B981">
              <a:alpha val="18000"/>
            </a:srgbClr>
          </a:solidFill>
          <a:ln>
            <a:noFill/>
          </a:ln>
          <a:extLst>
            <a:ext uri="https://slidify.dev/2026/recipe">
              <ns6:recipeId xmlns:ns6="https://slidify.dev/2026/recipe">data.delta-badge.bg</ns6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200" y="5074920"/>
            <a:ext cx="2438400" cy="411480"/>
          </a:xfrm>
          <a:prstGeom prst="rect">
            <a:avLst/>
          </a:prstGeom>
          <a:noFill/>
          <a:extLst>
            <a:ext uri="https://slidify.dev/2026/recipe">
              <ns7:recipeId xmlns:ns7="https://slidify.dev/2026/recipe">data.delta-badge.label</ns7:recipeId>
            </a:ext>
          </a:ex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10B981"/>
                </a:solidFill>
                <a:latin typeface="Inter"/>
              </a:rPr>
              <a:t>▲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9264" y="5074920"/>
            <a:ext cx="2438400" cy="411480"/>
          </a:xfrm>
          <a:prstGeom prst="roundRect">
            <a:avLst/>
          </a:prstGeom>
          <a:solidFill>
            <a:srgbClr val="10B981">
              <a:alpha val="18000"/>
            </a:srgbClr>
          </a:solidFill>
          <a:ln>
            <a:noFill/>
          </a:ln>
          <a:extLst>
            <a:ext uri="https://slidify.dev/2026/recipe">
              <ns8:recipeId xmlns:ns8="https://slidify.dev/2026/recipe">data.delta-badge.bg</ns8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9264" y="5074920"/>
            <a:ext cx="2438400" cy="411480"/>
          </a:xfrm>
          <a:prstGeom prst="rect">
            <a:avLst/>
          </a:prstGeom>
          <a:noFill/>
          <a:extLst>
            <a:ext uri="https://slidify.dev/2026/recipe">
              <ns9:recipeId xmlns:ns9="https://slidify.dev/2026/recipe">data.delta-badge.label</ns9:recipeId>
            </a:ext>
          </a:ex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10B981"/>
                </a:solidFill>
                <a:latin typeface="Inter"/>
              </a:rPr>
              <a:t>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5074920"/>
            <a:ext cx="2438400" cy="411480"/>
          </a:xfrm>
          <a:prstGeom prst="roundRect">
            <a:avLst/>
          </a:prstGeom>
          <a:solidFill>
            <a:srgbClr val="10B981">
              <a:alpha val="18000"/>
            </a:srgbClr>
          </a:solidFill>
          <a:ln>
            <a:noFill/>
          </a:ln>
          <a:extLst>
            <a:ext uri="https://slidify.dev/2026/recipe">
              <ns10:recipeId xmlns:ns10="https://slidify.dev/2026/recipe">data.delta-badge.bg</ns1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5074920"/>
            <a:ext cx="2438400" cy="411480"/>
          </a:xfrm>
          <a:prstGeom prst="rect">
            <a:avLst/>
          </a:prstGeom>
          <a:noFill/>
          <a:extLst>
            <a:ext uri="https://slidify.dev/2026/recipe">
              <ns11:recipeId xmlns:ns11="https://slidify.dev/2026/recipe">data.delta-badge.label</ns11:recipeId>
            </a:ext>
          </a:ex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10B981"/>
                </a:solidFill>
                <a:latin typeface="Inter"/>
              </a:rPr>
              <a:t>▲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72751" y="0"/>
                  <a:pt x="92771" y="15529"/>
                  <a:pt x="98429" y="37566"/>
                </a:cubicBezTo>
                <a:cubicBezTo>
                  <a:pt x="104087" y="59602"/>
                  <a:pt x="94025" y="82855"/>
                  <a:pt x="74088" y="93815"/>
                </a:cubicBezTo>
                <a:lnTo>
                  <a:pt x="64934" y="77166"/>
                </a:lnTo>
                <a:cubicBezTo>
                  <a:pt x="77295" y="70370"/>
                  <a:pt x="83534" y="55953"/>
                  <a:pt x="80026" y="42291"/>
                </a:cubicBezTo>
                <a:cubicBezTo>
                  <a:pt x="76518" y="28628"/>
                  <a:pt x="64106" y="19000"/>
                  <a:pt x="50000" y="19000"/>
                </a:cubicBezTo>
                <a:close/>
              </a:path>
            </a:pathLst>
          </a:custGeom>
          <a:solidFill>
            <a:srgbClr val="A78BFA"/>
          </a:solidFill>
          <a:extLst>
            <a:ext uri="https://slidify.dev/2026/recipe">
              <ns1:recipeId xmlns:ns1="https://slidify.dev/2026/recipe">data.donut.segment-1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4088" y="93815"/>
                </a:moveTo>
                <a:cubicBezTo>
                  <a:pt x="61037" y="100990"/>
                  <a:pt x="45441" y="101971"/>
                  <a:pt x="31594" y="96489"/>
                </a:cubicBezTo>
                <a:cubicBezTo>
                  <a:pt x="17747" y="91006"/>
                  <a:pt x="7049" y="79615"/>
                  <a:pt x="2447" y="65451"/>
                </a:cubicBezTo>
                <a:lnTo>
                  <a:pt x="20517" y="59580"/>
                </a:lnTo>
                <a:cubicBezTo>
                  <a:pt x="23371" y="68361"/>
                  <a:pt x="30003" y="75424"/>
                  <a:pt x="38588" y="78823"/>
                </a:cubicBezTo>
                <a:cubicBezTo>
                  <a:pt x="47173" y="82222"/>
                  <a:pt x="56843" y="81614"/>
                  <a:pt x="64934" y="77166"/>
                </a:cubicBezTo>
                <a:close/>
              </a:path>
            </a:pathLst>
          </a:custGeom>
          <a:solidFill>
            <a:srgbClr val="60A5FA"/>
          </a:solidFill>
          <a:extLst>
            <a:ext uri="https://slidify.dev/2026/recipe">
              <ns2:recipeId xmlns:ns2="https://slidify.dev/2026/recipe">data.donut.segment-2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47" y="65451"/>
                </a:moveTo>
                <a:cubicBezTo>
                  <a:pt x="-3528" y="47062"/>
                  <a:pt x="1678" y="26788"/>
                  <a:pt x="15773" y="13552"/>
                </a:cubicBezTo>
                <a:lnTo>
                  <a:pt x="28779" y="27402"/>
                </a:lnTo>
                <a:cubicBezTo>
                  <a:pt x="20040" y="35608"/>
                  <a:pt x="16813" y="48178"/>
                  <a:pt x="20517" y="59580"/>
                </a:cubicBezTo>
                <a:close/>
              </a:path>
            </a:pathLst>
          </a:custGeom>
          <a:solidFill>
            <a:srgbClr val="F472B6"/>
          </a:solidFill>
          <a:extLst>
            <a:ext uri="https://slidify.dev/2026/recipe">
              <ns3:recipeId xmlns:ns3="https://slidify.dev/2026/recipe">data.donut.segment-3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5773" y="13552"/>
                </a:moveTo>
                <a:cubicBezTo>
                  <a:pt x="25040" y="4849"/>
                  <a:pt x="37287" y="0"/>
                  <a:pt x="50000" y="0"/>
                </a:cubicBezTo>
                <a:lnTo>
                  <a:pt x="50000" y="19000"/>
                </a:lnTo>
                <a:cubicBezTo>
                  <a:pt x="42118" y="19000"/>
                  <a:pt x="34525" y="22006"/>
                  <a:pt x="28779" y="27402"/>
                </a:cubicBezTo>
                <a:close/>
              </a:path>
            </a:pathLst>
          </a:custGeom>
          <a:solidFill>
            <a:srgbClr val="34D399"/>
          </a:solidFill>
          <a:extLst>
            <a:ext uri="https://slidify.dev/2026/recipe">
              <ns4:recipeId xmlns:ns4="https://slidify.dev/2026/recipe">data.donut.segment-4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8730" y="1268730"/>
            <a:ext cx="1653540" cy="1653540"/>
          </a:xfrm>
          <a:prstGeom prst="ellipse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5:recipeId xmlns:ns5="https://slidify.dev/2026/recipe">data.donut.hole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500" y="762000"/>
            <a:ext cx="2413000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6:recipeId xmlns:ns6="https://slidify.dev/2026/recipe">data.bar.bar-1</ns6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00500" y="1159329"/>
            <a:ext cx="3152468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7:recipeId xmlns:ns7="https://slidify.dev/2026/recipe">data.bar.bar-2</ns7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00500" y="1556657"/>
            <a:ext cx="1829210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8:recipeId xmlns:ns8="https://slidify.dev/2026/recipe">data.bar.bar-3</ns8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00500" y="1953986"/>
            <a:ext cx="3619500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9:recipeId xmlns:ns9="https://slidify.dev/2026/recipe">data.bar.bar-4</ns9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00500" y="2351314"/>
            <a:ext cx="2763274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10:recipeId xmlns:ns10="https://slidify.dev/2026/recipe">data.bar.bar-5</ns1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00500" y="2748643"/>
            <a:ext cx="2257323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11:recipeId xmlns:ns11="https://slidify.dev/2026/recipe">data.bar.bar-6</ns1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0" y="3145971"/>
            <a:ext cx="3269226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12:recipeId xmlns:ns12="https://slidify.dev/2026/recipe">data.bar.bar-7</ns1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60A5FA"/>
              </a:gs>
              <a:gs pos="16667">
                <a:srgbClr val="60A5FA">
                  <a:alpha val="83333"/>
                </a:srgbClr>
              </a:gs>
              <a:gs pos="33333">
                <a:srgbClr val="60A5FA">
                  <a:alpha val="66667"/>
                </a:srgbClr>
              </a:gs>
              <a:gs pos="50000">
                <a:srgbClr val="60A5FA">
                  <a:alpha val="50000"/>
                </a:srgbClr>
              </a:gs>
              <a:gs pos="66667">
                <a:srgbClr val="60A5FA">
                  <a:alpha val="33333"/>
                </a:srgbClr>
              </a:gs>
              <a:gs pos="83333">
                <a:srgbClr val="60A5FA">
                  <a:alpha val="16667"/>
                </a:srgbClr>
              </a:gs>
              <a:gs pos="100000">
                <a:srgbClr val="60A5FA">
                  <a:alpha val="0"/>
                </a:srgbClr>
              </a:gs>
            </a:gsLst>
            <a:lin ang="5400000" scaled="0"/>
          </a:gradFill>
          <a:xfrm>
            <a:off x="8191500" y="1333500"/>
            <a:ext cx="32385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9091" y="88235"/>
                </a:lnTo>
                <a:lnTo>
                  <a:pt x="18182" y="94118"/>
                </a:lnTo>
                <a:lnTo>
                  <a:pt x="27273" y="76471"/>
                </a:lnTo>
                <a:lnTo>
                  <a:pt x="36364" y="82353"/>
                </a:lnTo>
                <a:lnTo>
                  <a:pt x="45455" y="58824"/>
                </a:lnTo>
                <a:lnTo>
                  <a:pt x="54545" y="70588"/>
                </a:lnTo>
                <a:lnTo>
                  <a:pt x="63636" y="41176"/>
                </a:lnTo>
                <a:lnTo>
                  <a:pt x="72727" y="52941"/>
                </a:lnTo>
                <a:lnTo>
                  <a:pt x="81818" y="23529"/>
                </a:lnTo>
                <a:lnTo>
                  <a:pt x="90909" y="29412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extLst>
            <a:ext uri="https://slidify.dev/2026/recipe">
              <ns13:recipeId xmlns:ns13="https://slidify.dev/2026/recipe">data.sparkline.area</ns1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1500" y="1333500"/>
            <a:ext cx="32385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9091" y="88235"/>
                </a:lnTo>
                <a:lnTo>
                  <a:pt x="18182" y="94118"/>
                </a:lnTo>
                <a:lnTo>
                  <a:pt x="27273" y="76471"/>
                </a:lnTo>
                <a:lnTo>
                  <a:pt x="36364" y="82353"/>
                </a:lnTo>
                <a:lnTo>
                  <a:pt x="45455" y="58824"/>
                </a:lnTo>
                <a:lnTo>
                  <a:pt x="54545" y="70588"/>
                </a:lnTo>
                <a:lnTo>
                  <a:pt x="63636" y="41176"/>
                </a:lnTo>
                <a:lnTo>
                  <a:pt x="72727" y="52941"/>
                </a:lnTo>
                <a:lnTo>
                  <a:pt x="81818" y="23529"/>
                </a:lnTo>
                <a:lnTo>
                  <a:pt x="90909" y="29412"/>
                </a:lnTo>
                <a:lnTo>
                  <a:pt x="100000" y="0"/>
                </a:lnTo>
              </a:path>
            </a:pathLst>
          </a:custGeom>
          <a:noFill/>
          <a:ln w="19050" cap="rnd">
            <a:solidFill>
              <a:srgbClr val="60A5FA"/>
            </a:solidFill>
            <a:round/>
          </a:ln>
          <a:extLst>
            <a:ext uri="https://slidify.dev/2026/recipe">
              <ns14:recipeId xmlns:ns14="https://slidify.dev/2026/recipe">data.sparkline.line</ns1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91900" y="1295400"/>
            <a:ext cx="76200" cy="76200"/>
          </a:xfrm>
          <a:prstGeom prst="ellipse">
            <a:avLst/>
          </a:prstGeom>
          <a:solidFill>
            <a:srgbClr val="60A5FA"/>
          </a:solidFill>
          <a:ln>
            <a:noFill/>
          </a:ln>
          <a:extLst>
            <a:ext uri="https://slidify.dev/2026/recipe">
              <ns15:recipeId xmlns:ns15="https://slidify.dev/2026/recipe">data.sparkline.last-marker</ns1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16:recipeId xmlns:ns16="https://slidify.dev/2026/recipe">data.kpi-row.cell-1.label</ns16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MRR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17:recipeId xmlns:ns17="https://slidify.dev/2026/recipe">data.kpi-row.cell-1.value</ns17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$2.4M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18:recipeId xmlns:ns18="https://slidify.dev/2026/recipe">data.kpi-row.cell-1.delta</ns18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+18%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1850" y="4191000"/>
            <a:ext cx="9525" cy="1905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0" y="10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19:recipeId xmlns:ns19="https://slidify.dev/2026/recipe">data.kpi-row.divider-1</ns19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615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20:recipeId xmlns:ns20="https://slidify.dev/2026/recipe">data.kpi-row.cell-2.label</ns20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NET RETENTION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615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21:recipeId xmlns:ns21="https://slidify.dev/2026/recipe">data.kpi-row.cell-2.value</ns2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127%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615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22:recipeId xmlns:ns22="https://slidify.dev/2026/recipe">data.kpi-row.cell-2.delta</ns2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+4 pts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4191000"/>
            <a:ext cx="9525" cy="1905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0" y="10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23:recipeId xmlns:ns23="https://slidify.dev/2026/recipe">data.kpi-row.divider-2</ns2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030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24:recipeId xmlns:ns24="https://slidify.dev/2026/recipe">data.kpi-row.cell-3.label</ns24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LOGOS SHIPPED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030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25:recipeId xmlns:ns25="https://slidify.dev/2026/recipe">data.kpi-row.cell-3.value</ns25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30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26:recipeId xmlns:ns26="https://slidify.dev/2026/recipe">data.kpi-row.cell-3.delta</ns26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+62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0150" y="4191000"/>
            <a:ext cx="9525" cy="1905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0" y="10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27:recipeId xmlns:ns27="https://slidify.dev/2026/recipe">data.kpi-row.divider-3</ns27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3445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28:recipeId xmlns:ns28="https://slidify.dev/2026/recipe">data.kpi-row.cell-4.label</ns28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P95 LATENCY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445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29:recipeId xmlns:ns29="https://slidify.dev/2026/recipe">data.kpi-row.cell-4.value</ns29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94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445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30:recipeId xmlns:ns30="https://slidify.dev/2026/recipe">data.kpi-row.cell-4.delta</ns30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-11 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363200" cy="27432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3200" cy="82296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Roadmap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19200" y="891540"/>
            <a:ext cx="4511040" cy="5074920"/>
          </a:xfrm>
          <a:prstGeom prst="round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1:recipeId xmlns:ns1="https://slidify.dev/2026/recipe">slot.code.bg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47800" y="1120140"/>
            <a:ext cx="4053840" cy="461772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slot.code.body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Consolas"/>
              </a:rPr>
              <a:t>await convert(\"deck.html\", \"out.pptx\")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39640" y="1005840"/>
            <a:ext cx="876300" cy="209550"/>
          </a:xfrm>
          <a:prstGeom prst="roundRect">
            <a:avLst/>
          </a:prstGeom>
          <a:solidFill>
            <a:srgbClr val="16162A"/>
          </a:solidFill>
          <a:ln>
            <a:noFill/>
          </a:ln>
          <a:extLst>
            <a:ext uri="https://slidify.dev/2026/recipe">
              <ns3:recipeId xmlns:ns3="https://slidify.dev/2026/recipe">slot.code.lang-pill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39640" y="1005840"/>
            <a:ext cx="876300" cy="209550"/>
          </a:xfrm>
          <a:prstGeom prst="rect">
            <a:avLst/>
          </a:prstGeom>
          <a:noFill/>
          <a:extLst>
            <a:ext uri="https://slidify.dev/2026/recipe">
              <ns4:recipeId xmlns:ns4="https://slidify.dev/2026/recipe">slot.code.lang-pill</ns4:recipeId>
            </a:ext>
          </a:extLst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1A1AA"/>
                </a:solidFill>
                <a:latin typeface="Inter"/>
              </a:rPr>
              <a:t>TYPESCRIPT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685800"/>
            <a:ext cx="10363200" cy="5143500"/>
          </a:xfrm>
          <a:prstGeom prst="round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1:recipeId xmlns:ns1="https://slidify.dev/2026/recipe">chrome.window-frame.surface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685800"/>
            <a:ext cx="10363200" cy="266700"/>
          </a:xfrm>
          <a:prstGeom prst="rect">
            <a:avLst/>
          </a:prstGeom>
          <a:solidFill>
            <a:srgbClr val="16162A"/>
          </a:solidFill>
          <a:ln>
            <a:noFill/>
          </a:ln>
          <a:extLst>
            <a:ext uri="https://slidify.dev/2026/recipe">
              <ns2:recipeId xmlns:ns2="https://slidify.dev/2026/recipe">chrome.window-frame.titlebar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" y="762000"/>
            <a:ext cx="114300" cy="114300"/>
          </a:xfrm>
          <a:prstGeom prst="ellipse">
            <a:avLst/>
          </a:prstGeom>
          <a:solidFill>
            <a:srgbClr val="EF4444"/>
          </a:solidFill>
          <a:ln>
            <a:noFill/>
          </a:ln>
          <a:extLst>
            <a:ext uri="https://slidify.dev/2026/recipe">
              <ns3:recipeId xmlns:ns3="https://slidify.dev/2026/recipe">chrome.window-frame.dot-1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00150" y="762000"/>
            <a:ext cx="114300" cy="114300"/>
          </a:xfrm>
          <a:prstGeom prst="ellipse">
            <a:avLst/>
          </a:prstGeom>
          <a:solidFill>
            <a:srgbClr val="F59E0B"/>
          </a:solidFill>
          <a:ln>
            <a:noFill/>
          </a:ln>
          <a:extLst>
            <a:ext uri="https://slidify.dev/2026/recipe">
              <ns4:recipeId xmlns:ns4="https://slidify.dev/2026/recipe">chrome.window-frame.dot-2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76200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xtLst>
            <a:ext uri="https://slidify.dev/2026/recipe">
              <ns5:recipeId xmlns:ns5="https://slidify.dev/2026/recipe">chrome.window-frame.dot-3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76400" y="685800"/>
            <a:ext cx="8839200" cy="266700"/>
          </a:xfrm>
          <a:prstGeom prst="rect">
            <a:avLst/>
          </a:prstGeom>
          <a:noFill/>
          <a:extLst>
            <a:ext uri="https://slidify.dev/2026/recipe">
              <ns6:recipeId xmlns:ns6="https://slidify.dev/2026/recipe">chrome.window-frame.url</ns6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app.slidify.io/dashboard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8400" y="2057400"/>
            <a:ext cx="609600" cy="48006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4288" cap="rnd">
            <a:solidFill>
              <a:srgbClr val="D4D4D8"/>
            </a:solidFill>
            <a:miter/>
            <a:tailEnd type="triangle" w="med" len="med"/>
          </a:ln>
          <a:extLst>
            <a:ext uri="https://slidify.dev/2026/recipe">
              <ns7:recipeId xmlns:ns7="https://slidify.dev/2026/recipe">annotation.leader-line</ns7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5600" y="3429000"/>
            <a:ext cx="609600" cy="48006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4288" cap="rnd">
            <a:solidFill>
              <a:srgbClr val="D4D4D8"/>
            </a:solidFill>
            <a:miter/>
            <a:tailEnd type="triangle" w="med" len="med"/>
          </a:ln>
          <a:extLst>
            <a:ext uri="https://slidify.dev/2026/recipe">
              <ns8:recipeId xmlns:ns8="https://slidify.dev/2026/recipe">annotation.leader-line</ns8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2057400"/>
            <a:ext cx="2194560" cy="48006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4288" cap="rnd">
            <a:solidFill>
              <a:srgbClr val="D4D4D8"/>
            </a:solidFill>
            <a:miter/>
            <a:tailEnd type="triangle" w="med" len="med"/>
          </a:ln>
          <a:extLst>
            <a:ext uri="https://slidify.dev/2026/recipe">
              <ns9:recipeId xmlns:ns9="https://slidify.dev/2026/recipe">annotation.leader-line</ns9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200" y="1371600"/>
            <a:ext cx="9753600" cy="27813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slot.quote.body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F5F5F7"/>
                </a:solidFill>
                <a:latin typeface="Inter"/>
              </a:rPr>
              <a:t>A deck that survives both copy edits and a board download — without raster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200" y="4152900"/>
            <a:ext cx="9753600" cy="3048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slot.quote.attribution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Anonymous design partner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363200" cy="27432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PLATFORM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3200" cy="82296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Roadmap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363200" cy="27432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3200" cy="82296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3230880" cy="1371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3:recipeId xmlns:ns3="https://slidify.dev/2026/recipe">surface.shape-fill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74464" y="2743200"/>
            <a:ext cx="3230880" cy="1371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4:recipeId xmlns:ns4="https://slidify.dev/2026/recipe">surface.shape-fill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2743200"/>
            <a:ext cx="3230880" cy="1371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5:recipeId xmlns:ns5="https://slidify.dev/2026/recipe">surface.shape-fill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457700"/>
            <a:ext cx="3230880" cy="1371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6:recipeId xmlns:ns6="https://slidify.dev/2026/recipe">surface.shape-fill</ns6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74464" y="4457700"/>
            <a:ext cx="3230880" cy="1371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7:recipeId xmlns:ns7="https://slidify.dev/2026/recipe">surface.shape-fill</ns7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0" y="4457700"/>
            <a:ext cx="3230880" cy="1371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8:recipeId xmlns:ns8="https://slidify.dev/2026/recipe">surface.shape-fill</ns8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noFill/>
          <a:extLst>
            <a:ext uri="https://slidify.dev/2026/recipe">
              <ns2:recipeId xmlns:ns2="https://slidify.dev/2026/recipe">surface.pattern-tile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Oval 9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Oval 9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Oval 9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Oval 9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Oval 9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Oval 9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Oval 9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Oval 10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Oval 10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Oval 10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Oval 10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Oval 10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Oval 10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Oval 10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Oval 10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Oval 10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Oval 10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Oval 10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Oval 10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Oval 10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Oval 10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Oval 10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Oval 10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Oval 10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Oval 10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Oval 10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Oval 10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Oval 10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Oval 10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Oval 10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Oval 10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Oval 10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Oval 10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Oval 10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Oval 10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Oval 10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Oval 10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Oval 10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Oval 10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Oval 10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Oval 10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Oval 10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Oval 10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Oval 10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Oval 10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Oval 10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Oval 10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Oval 10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Oval 10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Oval 10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Oval 10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Oval 10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Oval 10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Oval 10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Oval 10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Oval 10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Oval 10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Oval 10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Oval 10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Oval 10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Oval 10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Oval 10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Oval 10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Oval 10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Oval 10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Oval 10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Oval 10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Oval 10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Oval 10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Oval 10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Oval 10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Oval 11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Oval 11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Oval 11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Oval 11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Oval 11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Oval 11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Oval 11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Oval 11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Oval 11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Oval 11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Oval 11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Oval 11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Oval 11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Oval 11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Oval 11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Oval 11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Oval 11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Oval 11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Oval 11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Oval 11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Oval 11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Oval 11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Oval 11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Oval 11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Oval 11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Oval 11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Oval 11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Oval 11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Oval 11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Oval 11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Oval 11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Oval 11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Oval 11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Oval 11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Oval 11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Oval 11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Oval 11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Oval 11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Oval 11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Oval 11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Oval 11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Oval 11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Oval 11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Oval 11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Oval 11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Oval 11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Oval 11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Oval 11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Oval 11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Oval 11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Oval 11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Oval 11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Oval 11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Oval 11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Oval 11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Oval 11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Oval 11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Oval 11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Oval 11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Oval 11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Oval 11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Oval 11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Oval 11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Oval 11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Oval 11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Oval 11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Oval 11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Oval 11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Oval 11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Oval 11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Oval 11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Oval 11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Oval 11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Oval 11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Oval 11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Oval 11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Oval 11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Oval 11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Oval 11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Oval 11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Oval 11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Oval 11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Oval 11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Oval 11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Oval 11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Oval 11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Oval 11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Oval 11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Oval 11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Oval 11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val 11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Oval 11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Oval 11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Oval 11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Oval 11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Oval 11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Oval 11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Oval 11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Oval 11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Oval 11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Oval 12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Oval 12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Oval 12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Oval 12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Oval 12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Oval 12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Oval 12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Oval 12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Oval 12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Oval 12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Oval 12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Oval 12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Oval 12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Oval 12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Oval 12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Oval 12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Oval 12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Oval 12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Oval 12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Oval 12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Oval 12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Oval 12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Oval 12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Oval 12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Oval 12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Oval 12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Oval 12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Oval 12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Oval 12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Oval 12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Oval 12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Oval 12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Oval 12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Oval 12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Oval 12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Oval 12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Oval 12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Oval 12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Oval 12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Oval 12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Oval 12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Oval 12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Oval 12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Oval 12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Oval 12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Oval 12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Oval 12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Oval 12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Oval 12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Oval 12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Oval 12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Oval 12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Oval 12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Oval 12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Oval 12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Oval 12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Oval 12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Oval 12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Oval 12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Oval 12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Oval 12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Oval 12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Oval 12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Oval 12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Oval 12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Oval 12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Oval 12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Oval 12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Oval 12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Oval 12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Oval 12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Oval 12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Oval 12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Oval 12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Oval 12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Oval 12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Oval 12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Oval 12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Oval 12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Oval 12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Oval 12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Oval 12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Oval 12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Oval 12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Oval 12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Oval 12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Oval 12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Oval 12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Oval 12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Oval 12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Oval 12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Oval 12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Oval 12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Oval 12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Oval 12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Oval 12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Oval 12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Oval 12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Oval 13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Oval 13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Oval 13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Oval 13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Oval 13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Oval 13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Oval 13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Oval 13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Oval 13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Oval 13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Oval 13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Oval 13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Oval 13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Oval 13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Oval 13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Oval 13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Oval 13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Oval 13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Oval 13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Oval 13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Oval 13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Oval 13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Oval 13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Oval 13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Oval 13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Oval 13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Oval 13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Oval 13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Oval 13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Oval 13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Oval 13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Oval 13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Oval 13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Oval 13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Oval 13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Oval 13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Oval 13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Oval 13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Oval 13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Oval 13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Oval 13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Oval 13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Oval 13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Oval 13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Oval 13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Oval 13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Oval 13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Oval 13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Oval 13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Oval 13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Oval 13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Oval 13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Oval 13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Oval 13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Oval 13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Oval 13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Oval 13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Oval 13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Oval 13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Oval 13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Oval 13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Oval 13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Oval 13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Oval 13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Oval 13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Oval 13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Oval 13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Oval 13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Oval 13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Oval 13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Oval 13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Oval 13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Oval 13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Oval 13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Oval 13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Oval 13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Oval 13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Oval 13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Oval 13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Oval 13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Oval 13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Oval 13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Oval 13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Oval 13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Oval 13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Oval 13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Oval 13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Oval 13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Oval 13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Oval 13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Oval 13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Oval 13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Oval 13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Oval 13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Oval 13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Oval 13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Oval 13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Oval 13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Oval 14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Oval 14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Oval 14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Oval 14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Oval 14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Oval 14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Oval 14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Oval 14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Oval 14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Oval 14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Oval 14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Oval 14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Oval 14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Oval 14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Oval 14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Oval 14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Oval 14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Oval 14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Oval 14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Oval 14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Oval 14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Oval 14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Oval 14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Oval 14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Oval 14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Oval 14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Oval 14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Oval 14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Oval 14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Oval 14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Oval 14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Oval 14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Oval 14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Oval 14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Oval 14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Oval 14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Oval 14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Oval 14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Oval 14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Oval 14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Oval 14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Oval 14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Oval 14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Oval 14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Oval 14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Oval 14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Oval 14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Oval 14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Oval 14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Oval 14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Oval 14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Oval 14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Oval 14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Oval 14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Oval 14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Oval 14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Oval 14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Oval 14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Oval 14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Oval 14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Oval 14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Oval 14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Oval 14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Oval 14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Oval 14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Oval 14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Oval 14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Oval 14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Oval 14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Oval 14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Oval 14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Oval 14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Oval 14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Oval 14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Oval 14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Oval 14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Oval 14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Oval 14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Oval 14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Oval 14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Oval 14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Oval 14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Oval 14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Oval 14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Oval 14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Oval 14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Oval 14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Oval 14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Oval 14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Oval 14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Oval 14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Oval 14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Oval 14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Oval 14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Oval 14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Oval 14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Oval 14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Oval 14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Oval 14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Oval 14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Oval 15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Oval 15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Oval 15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Oval 15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Oval 15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Oval 15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Oval 15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Oval 15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Oval 15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Oval 15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Oval 15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Oval 15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Oval 15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Oval 15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Oval 15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Oval 15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Oval 15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Oval 15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Oval 15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Oval 15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Oval 15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Oval 15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Oval 15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Oval 15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Oval 15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Oval 15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Oval 15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Oval 15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Oval 15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Oval 15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Oval 15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Oval 15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Oval 15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Oval 15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Oval 15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Oval 15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Oval 15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Oval 15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Oval 15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Oval 15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Oval 15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Oval 15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Oval 15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Oval 15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Oval 15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Oval 15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Oval 15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Oval 15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Oval 15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Oval 15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Oval 15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Oval 15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Oval 15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Oval 15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Oval 15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Oval 15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Oval 15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Oval 15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Oval 15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Oval 15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Oval 15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Oval 15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Oval 15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Oval 15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Oval 15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Oval 15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Oval 15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Oval 15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Oval 15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Oval 15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Oval 15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Oval 15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Oval 15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Oval 15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Oval 15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Oval 15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Oval 15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Oval 15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Oval 15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Oval 15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Oval 15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Oval 15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Oval 15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Oval 15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Oval 15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Oval 15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Oval 15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Oval 15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Oval 15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Oval 15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Oval 15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Oval 15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Oval 15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Oval 15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Oval 15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Oval 15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Oval 15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Oval 15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Oval 15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Oval 15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Oval 16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Oval 16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Oval 16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Oval 16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Oval 16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Oval 16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Oval 16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Oval 16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Oval 16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Oval 16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Oval 16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Oval 16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Oval 16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Oval 16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Oval 16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Oval 16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Oval 16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Oval 16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Oval 16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Oval 16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Oval 16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Oval 16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Oval 16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Oval 16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Oval 16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Oval 16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Oval 16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Oval 16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Oval 16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Oval 16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Oval 16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Oval 16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Oval 16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Oval 16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Oval 16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Oval 16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Oval 16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Oval 16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Oval 16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Oval 16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Oval 16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Oval 16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Oval 16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Oval 16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Oval 16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Oval 16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Oval 16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Oval 16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Oval 16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Oval 16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Oval 16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Oval 16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Oval 16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Oval 16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Oval 16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Oval 16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Oval 16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Oval 16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Oval 16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Oval 16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Oval 16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Oval 16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Oval 16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Oval 16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Oval 16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Oval 16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Oval 16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Oval 16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Oval 16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Oval 16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Oval 16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Oval 16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Oval 16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Oval 16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Oval 16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Oval 16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Oval 16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Oval 16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Oval 16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Oval 16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Oval 16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Oval 16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Oval 16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Oval 16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Oval 16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Oval 16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Oval 16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Oval 16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Oval 16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Oval 16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Oval 16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Oval 16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Oval 16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Oval 16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Oval 16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Oval 16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Oval 16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Oval 16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Oval 16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Oval 16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Oval 17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Oval 17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Oval 17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Oval 17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Oval 17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Oval 17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Oval 17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Oval 17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Oval 17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Oval 17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Oval 17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Oval 17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Oval 17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Oval 17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Oval 17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Oval 17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Oval 17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Oval 17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Oval 17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Oval 17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Oval 17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Oval 17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Oval 17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Oval 17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Oval 17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Oval 17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Oval 17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Oval 17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Oval 17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Oval 17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Oval 17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Oval 17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Oval 17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Oval 17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Oval 17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Oval 17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Oval 17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Oval 17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Oval 17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Oval 17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Oval 17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Oval 17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Oval 17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Oval 17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Oval 17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Oval 17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Oval 17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Oval 17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Oval 17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Oval 17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Oval 17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Oval 17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Oval 17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Oval 17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Oval 17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Oval 17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Oval 17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Oval 17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Oval 17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Oval 17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Oval 17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Oval 17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Oval 17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Oval 17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Oval 17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Oval 17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Oval 17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Oval 17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Oval 17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Oval 17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Oval 17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Oval 17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Oval 17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Oval 17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Oval 17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Oval 17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Oval 17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Oval 17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Oval 17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Oval 17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Oval 17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Oval 17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Oval 17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Oval 17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Oval 17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Oval 17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Oval 17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Oval 17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Oval 17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Oval 17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Oval 17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Oval 17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Oval 17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Oval 17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Oval 17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Oval 17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Oval 17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Oval 17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Oval 17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Oval 17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Oval 18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Oval 18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Oval 18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Oval 18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Rectangle 1804"/>
          <p:cNvSpPr/>
          <p:nvPr/>
        </p:nvSpPr>
        <p:spPr>
          <a:pattFill prst="smGrid">
            <a:fgClr>
              <a:srgbClr val="FFFFFF">
                <a:alpha val="10200"/>
              </a:srgbClr>
            </a:fgClr>
            <a:bgClr>
              <a:srgbClr val="FFFFFF">
                <a:alpha val="0"/>
              </a:srgbClr>
            </a:bgClr>
          </a:pattFill>
          <a:xfrm>
            <a:off x="6096000" y="0"/>
            <a:ext cx="6096000" cy="6858000"/>
          </a:xfrm>
          <a:prstGeom prst="rect">
            <a:avLst/>
          </a:prstGeom>
          <a:ln>
            <a:noFill/>
          </a:ln>
          <a:extLst>
            <a:ext uri="https://slidify.dev/2026/recipe">
              <ns3:recipeId xmlns:ns3="https://slidify.dev/2026/recipe">surface.pattern-tile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Rectangle 1805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191000" y="1905000"/>
            <a:ext cx="3810000" cy="3048000"/>
          </a:xfrm>
          <a:prstGeom prst="rect">
            <a:avLst/>
          </a:prstGeom>
          <a:ln>
            <a:noFill/>
          </a:ln>
          <a:extLst>
            <a:ext uri="https://slidify.dev/2026/recipe">
              <ns4:recipeId xmlns:ns4="https://slidify.dev/2026/recipe">surface.radial-blob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Rectangle 1806"/>
          <p:cNvSpPr/>
          <p:nvPr/>
        </p:nvSpPr>
        <p:spPr>
          <a:xfrm>
            <a:off x="0" y="3314700"/>
            <a:ext cx="12192000" cy="228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5:recipeId xmlns:ns5="https://slidify.dev/2026/recipe">surface.shape-fill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63200" cy="246888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74920"/>
            <a:ext cx="10363200" cy="274320"/>
          </a:xfrm>
          <a:prstGeom prst="rect">
            <a:avLst/>
          </a:prstGeom>
          <a:noFill/>
          <a:extLst>
            <a:ext uri="https://slidify.dev/2026/recipe">
              <ns3:recipeId xmlns:ns3="https://slidify.dev/2026/recipe">slot.eyebrow.text</ns3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GET THE SLIDIFY CLI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0" y="5715000"/>
            <a:ext cx="1524000" cy="952500"/>
          </a:xfrm>
          <a:prstGeom prst="rect">
            <a:avLst/>
          </a:prstGeom>
          <a:extLst>
            <a:ext uri="https://slidify.dev/2026/recipe">
              <ns4:recipeId xmlns:ns4="https://slidify.dev/2026/recipe">chrome.escape-hatch</ns4:recipeId>
            </a:ext>
            <a:ext uri="https://slidify.dev/2026/escape-hatch">
              <ns5:escapePayload xmlns:ns5="https://slidify.dev/2026/escape-hatch">{"attempted": "bg.aurora-corners", "body": "", "cssPayload": "background: conic-gradient(from 45deg, #a78bfa, #f472b6, #60a5fa, #34d399, #a78bfa); border-radius: 12px;", "intent": "conic-gradient-corner-decoration"}</ns5:escapePayload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
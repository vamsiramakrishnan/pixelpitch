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Composition gestures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409700"/>
            <a:ext cx="900658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comp.centered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1017" y="2297311"/>
            <a:ext cx="103435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0" scaled="0"/>
          </a:gradFill>
          <a:xfrm>
            <a:off x="1341834" y="2493913"/>
            <a:ext cx="1293019" cy="95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522809" y="2838004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28675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centered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title + lede axis-aligned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238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48062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6781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640634" y="2248198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640634" y="2592288"/>
            <a:ext cx="775692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4830366" y="1904107"/>
            <a:ext cx="98256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567112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50/50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112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copy left, media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2675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286500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5525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379071" y="2100709"/>
            <a:ext cx="1189434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379071" y="2444800"/>
            <a:ext cx="108599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379071" y="2641402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7930753" y="1756767"/>
            <a:ext cx="620613" cy="1524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305550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60/40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narrative dominant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1112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4938" y="1409700"/>
            <a:ext cx="81036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comp.golden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98410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10638" y="2253109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898410" y="2253109"/>
            <a:ext cx="76200" cy="76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9996636" y="2346573"/>
            <a:ext cx="1241227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9996636" y="2641402"/>
            <a:ext cx="982563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043988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golden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988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φ-anchor on the focal 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09625" y="4019550"/>
            <a:ext cx="75371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comp.thirds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6445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417564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95325" y="4742557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95325" y="5560814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02196" y="4956423"/>
            <a:ext cx="62061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rule of thirds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subject on a third-grid intersection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4238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548062" y="4019550"/>
            <a:ext cx="940147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comp.offcanvas</a:t>
            </a:r>
          </a:p>
        </p:txBody>
      </p:sp>
      <p:sp>
        <p:nvSpPr>
          <p:cNvPr id="50" name="Rounded Rectangle 49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3123456" y="4268242"/>
            <a:ext cx="155153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4933801" y="4956423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088880" y="5251252"/>
            <a:ext cx="72404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67112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off-canvas bleed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7112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media leaves the frame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2675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286500" y="4019550"/>
            <a:ext cx="108143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comp.edge-rotated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2500" y="5153025"/>
            <a:ext cx="104775" cy="13079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EDITION · 04 · 2026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9071" y="4858048"/>
            <a:ext cx="160332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6379071" y="5202138"/>
            <a:ext cx="1241227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05550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edge-rotated caption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5550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vertical type on the frame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01112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024938" y="4019550"/>
            <a:ext cx="7595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comp.bento</a:t>
            </a:r>
          </a:p>
        </p:txBody>
      </p:sp>
      <p:sp>
        <p:nvSpPr>
          <p:cNvPr id="64" name="Rounded Rectangle 63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117509" y="4268242"/>
            <a:ext cx="98256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D9B32"/>
              </a:gs>
              <a:gs pos="33333">
                <a:srgbClr val="FFA427"/>
              </a:gs>
              <a:gs pos="50000">
                <a:srgbClr val="FFAE1C"/>
              </a:gs>
              <a:gs pos="66667">
                <a:srgbClr val="FFB813"/>
              </a:gs>
              <a:gs pos="83333">
                <a:srgbClr val="FDC20F"/>
              </a:gs>
              <a:gs pos="100000">
                <a:srgbClr val="FACC15"/>
              </a:gs>
            </a:gsLst>
            <a:lin ang="2700000" scaled="0"/>
          </a:gradFill>
          <a:xfrm>
            <a:off x="10203656" y="4268242"/>
            <a:ext cx="1085999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gradFill flip="none" rotWithShape="1">
            <a:gsLst>
              <a:gs pos="0">
                <a:srgbClr val="34D399"/>
              </a:gs>
              <a:gs pos="16667">
                <a:srgbClr val="00D0B3"/>
              </a:gs>
              <a:gs pos="33333">
                <a:srgbClr val="00CBCA"/>
              </a:gs>
              <a:gs pos="50000">
                <a:srgbClr val="00C4DE"/>
              </a:gs>
              <a:gs pos="66667">
                <a:srgbClr val="00BBED"/>
              </a:gs>
              <a:gs pos="83333">
                <a:srgbClr val="37B0F6"/>
              </a:gs>
              <a:gs pos="100000">
                <a:srgbClr val="60A5FA"/>
              </a:gs>
            </a:gsLst>
            <a:lin ang="2700000" scaled="0"/>
          </a:gradFill>
          <a:xfrm>
            <a:off x="9117509" y="5251252"/>
            <a:ext cx="620613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gradFill flip="none" rotWithShape="1">
            <a:gsLst>
              <a:gs pos="0">
                <a:srgbClr val="60A5FA"/>
              </a:gs>
              <a:gs pos="16667">
                <a:srgbClr val="6DA1FD"/>
              </a:gs>
              <a:gs pos="33333">
                <a:srgbClr val="7A9DFF"/>
              </a:gs>
              <a:gs pos="50000">
                <a:srgbClr val="8698FF"/>
              </a:gs>
              <a:gs pos="66667">
                <a:srgbClr val="9194FF"/>
              </a:gs>
              <a:gs pos="83333">
                <a:srgbClr val="9C90FD"/>
              </a:gs>
              <a:gs pos="100000">
                <a:srgbClr val="A78BFA"/>
              </a:gs>
            </a:gsLst>
            <a:lin ang="2700000" scaled="0"/>
          </a:gradFill>
          <a:xfrm>
            <a:off x="9841557" y="5251252"/>
            <a:ext cx="1448098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9043988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bento · asymmetric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3988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apple/linear tile grid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51393" y="6515100"/>
            <a:ext cx="155480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 · 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Background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6366F1">
                  <a:alpha val="55000"/>
                </a:srgbClr>
              </a:gs>
              <a:gs pos="6333">
                <a:srgbClr val="6366F1">
                  <a:alpha val="45833"/>
                </a:srgbClr>
              </a:gs>
              <a:gs pos="12667">
                <a:srgbClr val="6366F1">
                  <a:alpha val="36667"/>
                </a:srgbClr>
              </a:gs>
              <a:gs pos="19000">
                <a:srgbClr val="6366F1">
                  <a:alpha val="27500"/>
                </a:srgbClr>
              </a:gs>
              <a:gs pos="25333">
                <a:srgbClr val="6366F1">
                  <a:alpha val="18333"/>
                </a:srgbClr>
              </a:gs>
              <a:gs pos="31667">
                <a:srgbClr val="6366F1">
                  <a:alpha val="9167"/>
                </a:srgbClr>
              </a:gs>
              <a:gs pos="38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18000" t="22000" r="82000" b="78000"/>
            </a:path>
          </a:gradFill>
          <a:xfrm>
            <a:off x="685800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371600"/>
            <a:ext cx="6182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29025"/>
            <a:ext cx="8691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mesh · 4-blob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8" y="1266825"/>
            <a:ext cx="2605088" cy="2676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8062" y="1371600"/>
            <a:ext cx="6070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bg.conic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062" y="3629025"/>
            <a:ext cx="997172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conic · spectrum</a:t>
            </a:r>
          </a:p>
        </p:txBody>
      </p:sp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0A0A14"/>
              </a:gs>
              <a:gs pos="33333">
                <a:srgbClr val="0A0A14"/>
              </a:gs>
              <a:gs pos="66667">
                <a:srgbClr val="1E1B4B"/>
              </a:gs>
              <a:gs pos="100000">
                <a:srgbClr val="1E1B4B"/>
              </a:gs>
            </a:gsLst>
            <a:lin ang="2700000" scaled="0"/>
          </a:gradFill>
          <a:xfrm>
            <a:off x="6162675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0" y="1371600"/>
            <a:ext cx="6690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bg.stripes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629025"/>
            <a:ext cx="83422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stripes · 8/16</a:t>
            </a:r>
          </a:p>
        </p:txBody>
      </p:sp>
      <p:sp>
        <p:nvSpPr>
          <p:cNvPr id="15" name="Rounded Rectangle 14"/>
          <p:cNvSpPr/>
          <p:nvPr/>
        </p:nvSpPr>
        <p:spPr>
          <a:gradFill flip="none"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7000"/>
                </a:srgbClr>
              </a:gs>
            </a:gsLst>
            <a:lin ang="16200000" scaled="0"/>
          </a:gradFill>
          <a:xfrm>
            <a:off x="8901112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024938" y="1371600"/>
            <a:ext cx="74260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bg.scanline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4938" y="3629025"/>
            <a:ext cx="857455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CRT scanline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312E81"/>
              </a:gs>
              <a:gs pos="16667">
                <a:srgbClr val="4C2F8E"/>
              </a:gs>
              <a:gs pos="33333">
                <a:srgbClr val="682F96"/>
              </a:gs>
              <a:gs pos="50000">
                <a:srgbClr val="852F99"/>
              </a:gs>
              <a:gs pos="66667">
                <a:srgbClr val="A22C94"/>
              </a:gs>
              <a:gs pos="83333">
                <a:srgbClr val="BF2989"/>
              </a:gs>
              <a:gs pos="100000">
                <a:srgbClr val="DB2777"/>
              </a:gs>
            </a:gsLst>
            <a:lin ang="4200000" scaled="0"/>
          </a:gradFill>
          <a:xfrm>
            <a:off x="685800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09625" y="4181475"/>
            <a:ext cx="73709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bg.duotone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6438900"/>
            <a:ext cx="991646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duotone · 2-stop</a:t>
            </a:r>
          </a:p>
        </p:txBody>
      </p:sp>
      <p:sp>
        <p:nvSpPr>
          <p:cNvPr id="21" name="Rounded Rectangle 20"/>
          <p:cNvSpPr/>
          <p:nvPr/>
        </p:nvSpPr>
        <p:spPr>
          <a:gradFill flip="none" rotWithShape="1">
            <a:gsLst>
              <a:gs pos="0">
                <a:srgbClr val="1E1B4B"/>
              </a:gs>
              <a:gs pos="11667">
                <a:srgbClr val="1B1841"/>
              </a:gs>
              <a:gs pos="23333">
                <a:srgbClr val="171538"/>
              </a:gs>
              <a:gs pos="35000">
                <a:srgbClr val="14132E"/>
              </a:gs>
              <a:gs pos="46667">
                <a:srgbClr val="101025"/>
              </a:gs>
              <a:gs pos="58333">
                <a:srgbClr val="0D0D1C"/>
              </a:gs>
              <a:gs pos="70000">
                <a:srgbClr val="0A0A14"/>
              </a:gs>
              <a:gs pos="75000">
                <a:srgbClr val="090913"/>
              </a:gs>
              <a:gs pos="80000">
                <a:srgbClr val="080813"/>
              </a:gs>
              <a:gs pos="85000">
                <a:srgbClr val="070712"/>
              </a:gs>
              <a:gs pos="90000">
                <a:srgbClr val="060611"/>
              </a:gs>
              <a:gs pos="95000">
                <a:srgbClr val="060611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3424238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48062" y="4181475"/>
            <a:ext cx="72568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bg.vignette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8062" y="6438900"/>
            <a:ext cx="94493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vignette · radial</a:t>
            </a:r>
          </a:p>
        </p:txBody>
      </p:sp>
      <p:sp>
        <p:nvSpPr>
          <p:cNvPr id="24" name="Rounded Rectangle 23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0000">
                <a:srgbClr val="7C3AED"/>
              </a:gs>
              <a:gs pos="70000">
                <a:srgbClr val="DB2777"/>
              </a:gs>
              <a:gs pos="100000">
                <a:srgbClr val="020617"/>
              </a:gs>
            </a:gsLst>
            <a:lin ang="5400000" scaled="0"/>
          </a:gradFill>
          <a:xfrm>
            <a:off x="6162675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86500" y="4181475"/>
            <a:ext cx="92337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bg.aurora-band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6438900"/>
            <a:ext cx="11779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aurora band · 5-stop</a:t>
            </a:r>
          </a:p>
        </p:txBody>
      </p:sp>
      <p:sp>
        <p:nvSpPr>
          <p:cNvPr id="27" name="Oval 26"/>
          <p:cNvSpPr/>
          <p:nvPr/>
        </p:nvSpPr>
        <p:spPr>
          <a:xfrm>
            <a:off x="907630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44573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815172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184606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554040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92347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129290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07630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944573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9815172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184606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554040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92347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29290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07630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44573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815172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0184606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554040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092347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129290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07630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44573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9815172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0184606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554040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092347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129290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907630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44573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9815172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184606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554040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92347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129290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07630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944573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9815172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0184606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0554040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92347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129290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3379" y="6515100"/>
            <a:ext cx="209282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 · BACKGROUND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619250"/>
            <a:ext cx="2214562" cy="1657350"/>
          </a:xfrm>
          <a:prstGeom prst="rect">
            <a:avLst/>
          </a:prstGeom>
          <a:solidFill>
            <a:srgbClr val="FFFFFF">
              <a:alpha val="6000"/>
            </a:srgbClr>
          </a:solidFill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66775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surf.glass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12.4M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glass</a:t>
            </a:r>
          </a:p>
        </p:txBody>
      </p:sp>
      <p:sp>
        <p:nvSpPr>
          <p:cNvPr id="10" name="TextBox 9"/>
          <p:cNvSpPr txBox="1"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3614738" y="1619250"/>
            <a:ext cx="2214562" cy="1657350"/>
          </a:xfrm>
          <a:prstGeom prst="rect">
            <a:avLst/>
          </a:prstGeom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614738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4738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+340%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738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hero</a:t>
            </a:r>
          </a:p>
        </p:txBody>
      </p:sp>
      <p:sp>
        <p:nvSpPr>
          <p:cNvPr id="14" name="TextBox 13"/>
          <p:cNvSpPr txBox="1"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6667">
                <a:srgbClr val="E36DC6">
                  <a:alpha val="40500"/>
                </a:srgbClr>
              </a:gs>
              <a:gs pos="13333">
                <a:srgbClr val="CF69D5">
                  <a:alpha val="36000"/>
                </a:srgbClr>
              </a:gs>
              <a:gs pos="20000">
                <a:srgbClr val="B967E1">
                  <a:alpha val="31500"/>
                </a:srgbClr>
              </a:gs>
              <a:gs pos="26667">
                <a:srgbClr val="A065EA">
                  <a:alpha val="27000"/>
                </a:srgbClr>
              </a:gs>
              <a:gs pos="33333">
                <a:srgbClr val="8465F0">
                  <a:alpha val="22500"/>
                </a:srgbClr>
              </a:gs>
              <a:gs pos="40000">
                <a:srgbClr val="6366F1">
                  <a:alpha val="18000"/>
                </a:srgbClr>
              </a:gs>
              <a:gs pos="50000">
                <a:srgbClr val="6446B7">
                  <a:alpha val="25000"/>
                </a:srgbClr>
              </a:gs>
              <a:gs pos="60000">
                <a:srgbClr val="562B7E">
                  <a:alpha val="32000"/>
                </a:srgbClr>
              </a:gs>
              <a:gs pos="70000">
                <a:srgbClr val="40164C">
                  <a:alpha val="39000"/>
                </a:srgbClr>
              </a:gs>
              <a:gs pos="80000">
                <a:srgbClr val="250622">
                  <a:alpha val="46000"/>
                </a:srgbClr>
              </a:gs>
              <a:gs pos="90000">
                <a:srgbClr val="090105">
                  <a:alpha val="53000"/>
                </a:srgbClr>
              </a:gs>
              <a:gs pos="100000">
                <a:srgbClr val="000000">
                  <a:alpha val="60000"/>
                </a:srgbClr>
              </a:gs>
            </a:gsLst>
            <a:path path="circle">
              <a:fillToRect l="50000" t="35000" r="50000" b="65000"/>
            </a:path>
          </a:gradFill>
          <a:xfrm>
            <a:off x="6362700" y="1619250"/>
            <a:ext cx="2214562" cy="165735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362700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surf.spotlight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99.8%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spotlight</a:t>
            </a:r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90000">
                <a:srgbClr val="FB923C">
                  <a:alpha val="10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9110662" y="1619250"/>
            <a:ext cx="2214562" cy="165735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110662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surf.aurora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0662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2.4s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0662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aurora</a:t>
            </a:r>
          </a:p>
        </p:txBody>
      </p:sp>
      <p:sp>
        <p:nvSpPr>
          <p:cNvPr id="22" name="TextBox 21"/>
          <p:cNvSpPr txBox="1"/>
          <p:nvPr/>
        </p:nvSpPr>
        <p:spPr>
          <a:gradFill flip="none" rotWithShape="1">
            <a:gsLst>
              <a:gs pos="0">
                <a:srgbClr val="F472B6"/>
              </a:gs>
              <a:gs pos="16667">
                <a:srgbClr val="FC73A2"/>
              </a:gs>
              <a:gs pos="33333">
                <a:srgbClr val="FF768D"/>
              </a:gs>
              <a:gs pos="50000">
                <a:srgbClr val="FF7B79"/>
              </a:gs>
              <a:gs pos="66667">
                <a:srgbClr val="FF8164"/>
              </a:gs>
              <a:gs pos="83333">
                <a:srgbClr val="FF8950"/>
              </a:gs>
              <a:gs pos="100000">
                <a:srgbClr val="FB923C"/>
              </a:gs>
            </a:gsLst>
            <a:lin ang="2700000" scaled="0"/>
          </a:gradFill>
          <a:xfrm>
            <a:off x="866775" y="3981450"/>
            <a:ext cx="2214562" cy="1657350"/>
          </a:xfrm>
          <a:prstGeom prst="rect">
            <a:avLst/>
          </a:prstGeom>
          <a:effectLst>
            <a:innerShdw blurRad="0" dist="9525" dir="5400000">
              <a:srgbClr val="FFFFFF">
                <a:alpha val="45000"/>
              </a:srgbClr>
            </a:innerShdw>
            <a:outerShdw blurRad="228600" dist="114300" dir="5400000" algn="ctr" rotWithShape="0">
              <a:srgbClr val="F472B6">
                <a:alpha val="30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66775" y="39814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surf.tactile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5143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1E1B4B"/>
                </a:solidFill>
                <a:latin typeface="Inter"/>
              </a:rPr>
              <a:t>$28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5495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E1B4B"/>
                </a:solidFill>
                <a:latin typeface="Inter"/>
              </a:rPr>
              <a:t>tactile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4738" y="3981450"/>
            <a:ext cx="2214562" cy="1657350"/>
          </a:xfrm>
          <a:prstGeom prst="rect">
            <a:avLst/>
          </a:prstGeom>
          <a:solidFill>
            <a:srgbClr val="050510"/>
          </a:solidFill>
          <a:effectLst>
            <a:innerShdw blurRad="76200" dist="19050" dir="5400000">
              <a:srgbClr val="000000">
                <a:alpha val="55000"/>
              </a:srgbClr>
            </a:innerShdw>
            <a:innerShdw blurRad="0" dist="9525" dir="16200000">
              <a:srgbClr val="FFFFFF">
                <a:alpha val="4000"/>
              </a:srgbClr>
            </a:inn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614738" y="39814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surf.recessed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4738" y="5143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34D399"/>
                </a:solidFill>
                <a:latin typeface="Inter"/>
              </a:rPr>
              <a:t>git diff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4738" y="5495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recessed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5386" y="3974570"/>
            <a:ext cx="2198162" cy="1670875"/>
          </a:xfrm>
          <a:prstGeom prst="rect">
            <a:avLst/>
          </a:prstGeom>
          <a:solidFill>
            <a:srgbClr val="F5F5F7"/>
          </a:solidFill>
          <a:effectLst>
            <a:outerShdw blurRad="381000" dist="152400" dir="5400000" algn="ctr" rotWithShape="0">
              <a:srgbClr val="000000">
                <a:alpha val="45000"/>
              </a:srgbClr>
            </a:outerShdw>
            <a:outerShdw blurRad="7620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75386" y="3974570"/>
            <a:ext cx="2121393" cy="206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surf.sticker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0720" y="5030396"/>
            <a:ext cx="2135351" cy="4723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06060C"/>
                </a:solidFill>
                <a:latin typeface="Inter"/>
              </a:rPr>
              <a:t>★ 4.9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9663" y="5391850"/>
            <a:ext cx="2123885" cy="253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6060C"/>
                </a:solidFill>
                <a:latin typeface="Inter"/>
              </a:rPr>
              <a:t>sticker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3038" y="3762375"/>
            <a:ext cx="2309812" cy="1790700"/>
          </a:xfrm>
          <a:prstGeom prst="rect">
            <a:avLst/>
          </a:prstGeom>
          <a:solidFill>
            <a:srgbClr val="F5F5F7"/>
          </a:solidFill>
          <a:effectLst>
            <a:outerShdw blurRad="381000" dist="152400" dir="5400000" algn="ctr" rotWithShape="0">
              <a:srgbClr val="000000">
                <a:alpha val="5500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063038" y="3762375"/>
            <a:ext cx="23098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surf.polaroid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3038" y="5438775"/>
            <a:ext cx="23098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— shipped 04 /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2671" y="6515100"/>
            <a:ext cx="13235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 ·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143875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Type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352550"/>
            <a:ext cx="5010150" cy="7239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1676400"/>
            <a:ext cx="493395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6975" y="1352550"/>
            <a:ext cx="5010150" cy="7239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76975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676400"/>
            <a:ext cx="493395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514600"/>
            <a:ext cx="5010150" cy="7524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8675" y="2514600"/>
            <a:ext cx="83135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2809875"/>
            <a:ext cx="493395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latin typeface="Inter"/>
              </a:rPr>
              <a:t>VELOCITY.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6975" y="2514600"/>
            <a:ext cx="5010150" cy="7524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76975" y="2514600"/>
            <a:ext cx="12452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type.stroke-thick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809875"/>
            <a:ext cx="493395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latin typeface="Inter"/>
              </a:rPr>
              <a:t>VELOCITY.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676650"/>
            <a:ext cx="1317278" cy="6667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28675" y="3676650"/>
            <a:ext cx="6805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>RUSH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3676650"/>
            <a:ext cx="1964085" cy="933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76975" y="3676650"/>
            <a:ext cx="11944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type.longshadow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3675" y="409575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403860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971925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3175" y="390525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675" y="4838700"/>
            <a:ext cx="3902571" cy="68773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8675" y="4838700"/>
            <a:ext cx="7250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" y="5183535"/>
            <a:ext cx="103257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we 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0073" y="5183535"/>
            <a:ext cx="863501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latin typeface="Inter"/>
              </a:rPr>
              <a:t>slides,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6202" y="5183535"/>
            <a:ext cx="178504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and systems.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4838700"/>
            <a:ext cx="1484709" cy="90011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276975" y="4838700"/>
            <a:ext cx="14847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type.kinetic-baseline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3175" y="4986338"/>
            <a:ext cx="311944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119" y="5043488"/>
            <a:ext cx="10879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3912" y="5100638"/>
            <a:ext cx="286792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DBCFFD"/>
                </a:solidFill>
                <a:latin typeface="Inter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0704" y="5157788"/>
            <a:ext cx="286792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472B6"/>
                </a:solidFill>
                <a:latin typeface="Inter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7496" y="5214938"/>
            <a:ext cx="10879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B923C"/>
                </a:solidFill>
                <a:latin typeface="Inter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6000750"/>
            <a:ext cx="11363325" cy="5238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28675" y="6000750"/>
            <a:ext cx="9328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type.marquee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75" y="6162675"/>
            <a:ext cx="103822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6848475"/>
            <a:ext cx="10458450" cy="952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6848475"/>
            <a:ext cx="92333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type.dropcap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875" y="6848475"/>
            <a:ext cx="10382250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There is a moment in every render where the system stops behaving like a screenshot tool and starts behaving like a compiler — every pixel that stays editable compounds across every translation, theme swap, and revision your team will ever ship.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0130" y="6515100"/>
            <a:ext cx="189607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 · TYPE TREATMENTS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Media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</a:t>
            </a:r>
          </a:p>
        </p:txBody>
      </p:sp>
      <p:sp>
        <p:nvSpPr>
          <p:cNvPr id="6" name="Oval 5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1000125" y="1457325"/>
            <a:ext cx="1905000" cy="1905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gradFill flip="none" rotWithShape="1">
            <a:gsLst>
              <a:gs pos="0">
                <a:srgbClr val="FBBF24"/>
              </a:gs>
              <a:gs pos="8333">
                <a:srgbClr val="FDB30B"/>
              </a:gs>
              <a:gs pos="16667">
                <a:srgbClr val="FEA600"/>
              </a:gs>
              <a:gs pos="25000">
                <a:srgbClr val="FE9900"/>
              </a:gs>
              <a:gs pos="33333">
                <a:srgbClr val="FD8D00"/>
              </a:gs>
              <a:gs pos="41667">
                <a:srgbClr val="FC8000"/>
              </a:gs>
              <a:gs pos="50000">
                <a:srgbClr val="F97316"/>
              </a:gs>
              <a:gs pos="58333">
                <a:srgbClr val="F56815"/>
              </a:gs>
              <a:gs pos="66667">
                <a:srgbClr val="F15C16"/>
              </a:gs>
              <a:gs pos="75000">
                <a:srgbClr val="EC5119"/>
              </a:gs>
              <a:gs pos="83333">
                <a:srgbClr val="E7441D"/>
              </a:gs>
              <a:gs pos="91667">
                <a:srgbClr val="E23621"/>
              </a:gs>
              <a:gs pos="100000">
                <a:srgbClr val="DC2626"/>
              </a:gs>
            </a:gsLst>
            <a:lin ang="2700000" scaled="0"/>
          </a:gradFill>
          <a:xfrm>
            <a:off x="3762375" y="1266825"/>
            <a:ext cx="1905000" cy="2286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agon 7"/>
          <p:cNvSpPr/>
          <p:nvPr/>
        </p:nvSpPr>
        <p:spPr>
          <a:gradFill flip="none" rotWithShape="1">
            <a:gsLst>
              <a:gs pos="0">
                <a:srgbClr val="34D399"/>
              </a:gs>
              <a:gs pos="8333">
                <a:srgbClr val="00CFAC"/>
              </a:gs>
              <a:gs pos="16667">
                <a:srgbClr val="00C9BD"/>
              </a:gs>
              <a:gs pos="25000">
                <a:srgbClr val="00C2CD"/>
              </a:gs>
              <a:gs pos="33333">
                <a:srgbClr val="00B9D9"/>
              </a:gs>
              <a:gs pos="41667">
                <a:srgbClr val="00B0E3"/>
              </a:gs>
              <a:gs pos="50000">
                <a:srgbClr val="0EA5E9"/>
              </a:gs>
              <a:gs pos="58333">
                <a:srgbClr val="278BD0"/>
              </a:gs>
              <a:gs pos="66667">
                <a:srgbClr val="2F72B7"/>
              </a:gs>
              <a:gs pos="75000">
                <a:srgbClr val="305A9C"/>
              </a:gs>
              <a:gs pos="83333">
                <a:srgbClr val="2D4381"/>
              </a:gs>
              <a:gs pos="91667">
                <a:srgbClr val="272E65"/>
              </a:gs>
              <a:gs pos="100000">
                <a:srgbClr val="1E1B4B"/>
              </a:gs>
            </a:gsLst>
            <a:path path="circle">
              <a:fillToRect l="30000" t="30000" r="70000" b="70000"/>
            </a:path>
          </a:gradFill>
          <a:xfrm>
            <a:off x="6524625" y="1457325"/>
            <a:ext cx="1905000" cy="1905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/>
          <p:cNvSpPr/>
          <p:nvPr/>
        </p:nvSpPr>
        <p:spPr>
          <a:gradFill flip="none" rotWithShape="1">
            <a:gsLst>
              <a:gs pos="0">
                <a:srgbClr val="312E81"/>
              </a:gs>
              <a:gs pos="6667">
                <a:srgbClr val="3B3193"/>
              </a:gs>
              <a:gs pos="13333">
                <a:srgbClr val="4734A5"/>
              </a:gs>
              <a:gs pos="20000">
                <a:srgbClr val="5337B7"/>
              </a:gs>
              <a:gs pos="26667">
                <a:srgbClr val="6038CA"/>
              </a:gs>
              <a:gs pos="33333">
                <a:srgbClr val="6D3ADB"/>
              </a:gs>
              <a:gs pos="40000">
                <a:srgbClr val="7C3AED"/>
              </a:gs>
              <a:gs pos="50000">
                <a:srgbClr val="9542E7"/>
              </a:gs>
              <a:gs pos="60000">
                <a:srgbClr val="AC4ADF"/>
              </a:gs>
              <a:gs pos="70000">
                <a:srgbClr val="C153D5"/>
              </a:gs>
              <a:gs pos="80000">
                <a:srgbClr val="D55CCB"/>
              </a:gs>
              <a:gs pos="90000">
                <a:srgbClr val="E566C0"/>
              </a:gs>
              <a:gs pos="100000">
                <a:srgbClr val="F472B6"/>
              </a:gs>
            </a:gsLst>
            <a:lin ang="18900000" scaled="0"/>
          </a:gradFill>
          <a:xfrm>
            <a:off x="9191625" y="1457325"/>
            <a:ext cx="2095500" cy="190500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4875" y="3971925"/>
            <a:ext cx="20955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gradFill flip="none" rotWithShape="1">
            <a:gsLst>
              <a:gs pos="0">
                <a:srgbClr val="FEF3C7"/>
              </a:gs>
              <a:gs pos="6667">
                <a:srgbClr val="FBE5AE"/>
              </a:gs>
              <a:gs pos="13333">
                <a:srgbClr val="FAD795"/>
              </a:gs>
              <a:gs pos="20000">
                <a:srgbClr val="FAC77D"/>
              </a:gs>
              <a:gs pos="26667">
                <a:srgbClr val="FBB766"/>
              </a:gs>
              <a:gs pos="33333">
                <a:srgbClr val="FBA550"/>
              </a:gs>
              <a:gs pos="40000">
                <a:srgbClr val="FB923C"/>
              </a:gs>
              <a:gs pos="50000">
                <a:srgbClr val="F78331"/>
              </a:gs>
              <a:gs pos="60000">
                <a:srgbClr val="F37328"/>
              </a:gs>
              <a:gs pos="70000">
                <a:srgbClr val="EE6322"/>
              </a:gs>
              <a:gs pos="80000">
                <a:srgbClr val="E95120"/>
              </a:gs>
              <a:gs pos="90000">
                <a:srgbClr val="E33E22"/>
              </a:gs>
              <a:gs pos="100000">
                <a:srgbClr val="DC2626"/>
              </a:gs>
            </a:gsLst>
            <a:lin ang="2700000" scaled="0"/>
          </a:gradFill>
          <a:xfrm>
            <a:off x="3762375" y="3971925"/>
            <a:ext cx="1905000" cy="1905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0C4A6E"/>
              </a:gs>
              <a:gs pos="6667">
                <a:srgbClr val="0E5881"/>
              </a:gs>
              <a:gs pos="13333">
                <a:srgbClr val="106795"/>
              </a:gs>
              <a:gs pos="20000">
                <a:srgbClr val="1176AA"/>
              </a:gs>
              <a:gs pos="26667">
                <a:srgbClr val="1285BE"/>
              </a:gs>
              <a:gs pos="33333">
                <a:srgbClr val="1195D4"/>
              </a:gs>
              <a:gs pos="40000">
                <a:srgbClr val="0EA5E9"/>
              </a:gs>
              <a:gs pos="50000">
                <a:srgbClr val="17B1EC"/>
              </a:gs>
              <a:gs pos="60000">
                <a:srgbClr val="25BCEF"/>
              </a:gs>
              <a:gs pos="70000">
                <a:srgbClr val="34C8F2"/>
              </a:gs>
              <a:gs pos="80000">
                <a:srgbClr val="45D3F4"/>
              </a:gs>
              <a:gs pos="90000">
                <a:srgbClr val="56DEF7"/>
              </a:gs>
              <a:gs pos="100000">
                <a:srgbClr val="67E8F9"/>
              </a:gs>
            </a:gsLst>
            <a:lin ang="5400000" scaled="0"/>
          </a:gradFill>
          <a:xfrm>
            <a:off x="6429375" y="3971925"/>
            <a:ext cx="2095500" cy="1905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5411" y="6515100"/>
            <a:ext cx="15507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 · MEDIA MASKS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Decorative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371600"/>
            <a:ext cx="1833711" cy="1652588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71600"/>
            <a:ext cx="147205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dec.corner-brackets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1594" y="1919288"/>
            <a:ext cx="1333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152" y="2909888"/>
            <a:ext cx="13482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corner brackets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7112" y="1371600"/>
            <a:ext cx="1664791" cy="160496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67112" y="1371600"/>
            <a:ext cx="11754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1659" y="2862262"/>
            <a:ext cx="10102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5550" y="1371600"/>
            <a:ext cx="2191941" cy="141446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305550" y="1371600"/>
            <a:ext cx="122604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dec.drafting-tick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2719" y="2443162"/>
            <a:ext cx="5834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5F5F7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2469" y="2443162"/>
            <a:ext cx="17502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5F5F7"/>
                </a:solidFill>
                <a:latin typeface="Inter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843" y="2671762"/>
            <a:ext cx="12506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drafting · ticks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988" y="1371600"/>
            <a:ext cx="1512094" cy="164306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043988" y="1371600"/>
            <a:ext cx="8852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dec.asterisk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1231" y="1928812"/>
            <a:ext cx="70485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B923C"/>
                </a:solidFill>
                <a:latin typeface="Inter"/>
              </a:rPr>
              <a:t>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3286" y="2900362"/>
            <a:ext cx="6807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asterisk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914775"/>
            <a:ext cx="2112169" cy="12954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8675" y="3914775"/>
            <a:ext cx="105013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dec.dot-leader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844" y="4819650"/>
            <a:ext cx="46821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811" y="4819650"/>
            <a:ext cx="30703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p.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3468" y="5095875"/>
            <a:ext cx="86975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dot 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7112" y="3914775"/>
            <a:ext cx="1897856" cy="1404938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567112" y="3914775"/>
            <a:ext cx="116100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dec.arrow-glyph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8594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119" y="4710112"/>
            <a:ext cx="3048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7269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7794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4749" y="5205412"/>
            <a:ext cx="10840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arrow glyphs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3914775"/>
            <a:ext cx="1687711" cy="15525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305550" y="3914775"/>
            <a:ext cx="10977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dec.index-stamp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7177" y="4562475"/>
            <a:ext cx="629692" cy="657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0" b="1" i="0" u="none">
                <a:solidFill>
                  <a:srgbClr val="F5F5F7"/>
                </a:solidFill>
                <a:latin typeface="Inter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4018" y="4876800"/>
            <a:ext cx="36924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 i="0" u="none">
                <a:solidFill>
                  <a:srgbClr val="71717A"/>
                </a:solidFill>
                <a:latin typeface="Inter"/>
              </a:rPr>
              <a:t>/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7275" y="5353050"/>
            <a:ext cx="9157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index stamp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988" y="3914775"/>
            <a:ext cx="1634728" cy="179546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9043988" y="3914775"/>
            <a:ext cx="59814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dec.seal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59" y="4738688"/>
            <a:ext cx="69279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SHIPPED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772" y="4929188"/>
            <a:ext cx="58176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5F5F7"/>
                </a:solidFill>
                <a:latin typeface="Inter"/>
              </a:rPr>
              <a:t>2026 · Q2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8448" y="5595938"/>
            <a:ext cx="9502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stamp / seal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0466" y="6515100"/>
            <a:ext cx="20657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 · DECORATIVE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Data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35255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64874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progress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044" y="1966480"/>
            <a:ext cx="2286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112" y="135255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67112" y="1352550"/>
            <a:ext cx="7692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data.gauge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5212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5212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8.4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135255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5550" y="1352550"/>
            <a:ext cx="102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data.sparkline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650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sparkline ·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50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34D399"/>
                </a:solidFill>
                <a:latin typeface="Inter"/>
              </a:rPr>
              <a:t>+42.6%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988" y="135255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9043988" y="1352550"/>
            <a:ext cx="10739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data.sparkbars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2088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sparkbars · cohort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2088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346710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8675" y="3467100"/>
            <a:ext cx="913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heatmap · 8×4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" y="485775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28 dau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7112" y="346710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567112" y="3467100"/>
            <a:ext cx="9816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data.kpi-delta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5212" y="4119562"/>
            <a:ext cx="94327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2.4M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5635" y="4329112"/>
            <a:ext cx="226368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 i="0" u="none">
                <a:solidFill>
                  <a:srgbClr val="34D399"/>
                </a:solidFill>
                <a:latin typeface="Inter"/>
              </a:rPr>
              <a:t>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9153" y="4386262"/>
            <a:ext cx="58638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Inter"/>
              </a:rPr>
              <a:t>+18.2%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5212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kpi ·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5212" y="50482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vs Q1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3467100"/>
            <a:ext cx="5886450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305550" y="3467100"/>
            <a:ext cx="7945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data.ticker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3650" y="5019675"/>
            <a:ext cx="96649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SHIP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2,184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1590" y="5019675"/>
            <a:ext cx="89520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STAR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8241" y="5019675"/>
            <a:ext cx="63951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BUG </a:t>
            </a:r>
            <a:r>
              <a:rPr sz="975" b="1" i="0" u="none">
                <a:solidFill>
                  <a:srgbClr val="F472B6"/>
                </a:solidFill>
                <a:latin typeface="Inter"/>
              </a:rPr>
              <a:t>▼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9205" y="5019675"/>
            <a:ext cx="95369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NET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99.8%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4346" y="5019675"/>
            <a:ext cx="82644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LAT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2.4s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82239" y="5019675"/>
            <a:ext cx="70976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ARR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14.2M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3650" y="354330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ticker ·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" y="5581650"/>
            <a:ext cx="5019675" cy="6286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828675" y="5581650"/>
            <a:ext cx="11435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data.logo-cloud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775" y="5772150"/>
            <a:ext cx="422523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0748" y="5772150"/>
            <a:ext cx="388441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639" y="5786438"/>
            <a:ext cx="56614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stripe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58232" y="5786438"/>
            <a:ext cx="6005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notion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30203" y="5772150"/>
            <a:ext cx="45615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57811" y="5772150"/>
            <a:ext cx="512564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raycast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825" y="5786438"/>
            <a:ext cx="83745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supabase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775" y="6038850"/>
            <a:ext cx="48160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resend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775" y="565785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logo cloud · trusted by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6662" y="6515100"/>
            <a:ext cx="17795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 · DATA PRIMITIVES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16667">
                <a:srgbClr val="04091F"/>
              </a:gs>
              <a:gs pos="33333">
                <a:srgbClr val="070D28"/>
              </a:gs>
              <a:gs pos="50000">
                <a:srgbClr val="0C1030"/>
              </a:gs>
              <a:gs pos="66667">
                <a:srgbClr val="111439"/>
              </a:gs>
              <a:gs pos="83333">
                <a:srgbClr val="181842"/>
              </a:gs>
              <a:gs pos="100000">
                <a:srgbClr val="1E1B4B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Motion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5" y="1371600"/>
            <a:ext cx="3575000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71600"/>
            <a:ext cx="840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6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Inter"/>
              </a:rPr>
              <a:t>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echo · ghost-stack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9875" y="1371600"/>
            <a:ext cx="3194000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79875" y="1371600"/>
            <a:ext cx="1059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motion.shutter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1757362"/>
            <a:ext cx="2031057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Inter"/>
              </a:rPr>
              <a:t>SHUTTER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shutter · stripes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1076" y="1371600"/>
            <a:ext cx="3194149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131076" y="1371600"/>
            <a:ext cx="130864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motion.speed-lines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9176" y="3476625"/>
            <a:ext cx="3156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speed lines ·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010025"/>
            <a:ext cx="3194000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28675" y="4010025"/>
            <a:ext cx="11754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motion.particles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6115050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particle · star-field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9875" y="4010025"/>
            <a:ext cx="7264209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479875" y="4010025"/>
            <a:ext cx="109299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motion.marquee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194" y="4257675"/>
            <a:ext cx="3213462" cy="409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975" y="6115050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marquee · skewed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1076" y="4010025"/>
            <a:ext cx="3194149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131076" y="4010025"/>
            <a:ext cx="9977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motion.kinetic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9176" y="4124325"/>
            <a:ext cx="415975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5150" y="4191000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0258" y="4257675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472B6"/>
                </a:solidFill>
                <a:latin typeface="Inter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2597" y="4324350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B923C"/>
                </a:solidFill>
                <a:latin typeface="Inter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4937" y="4391025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ACC15"/>
                </a:solidFill>
                <a:latin typeface="Inter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9176" y="6115050"/>
            <a:ext cx="3156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kinetic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3145" y="6515100"/>
            <a:ext cx="20630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 · MOTION IMPLICATION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UI mocks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352550"/>
            <a:ext cx="5873651" cy="322957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131653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ui.browser-chrome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1704975"/>
            <a:ext cx="501640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slidify.sh / atoms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00250"/>
            <a:ext cx="5787926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1900"/>
            <a:ext cx="5787926" cy="978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a deck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from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slidify </a:t>
            </a:r>
            <a:r>
              <a:rPr sz="825" b="0" i="0" u="none">
                <a:solidFill>
                  <a:srgbClr val="C084FC"/>
                </a:solidFill>
                <a:latin typeface="Consolas"/>
              </a:rPr>
              <a:t>import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convert</a:t>
            </a:r>
          </a:p>
          <a:p>
            <a:pPr algn="l"/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
          deck = atoms.compose(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"hero"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"bento"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"cta"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>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>convert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(deck,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"out.pptx"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)
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8101" y="1352550"/>
            <a:ext cx="2939653" cy="552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188101" y="1352550"/>
            <a:ext cx="8072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ui.tab-strip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4301" y="1619250"/>
            <a:ext cx="683419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Atoms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820" y="1619250"/>
            <a:ext cx="775246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9165" y="1619250"/>
            <a:ext cx="63877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Fonts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6036" y="1619250"/>
            <a:ext cx="651718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Probe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8101" y="3203972"/>
            <a:ext cx="3917900" cy="552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188101" y="3203972"/>
            <a:ext cx="65677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5276" y="3584972"/>
            <a:ext cx="7620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78BFA"/>
                </a:solidFill>
                <a:latin typeface="Inter"/>
              </a:rPr>
              <a:t>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726" y="3594497"/>
            <a:ext cx="8672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search atoms…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2506" y="3575447"/>
            <a:ext cx="343495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1717A"/>
                </a:solidFill>
                <a:latin typeface="Consolas"/>
              </a:rPr>
              <a:t>⌘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5160169"/>
            <a:ext cx="5740301" cy="50482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8675" y="5160169"/>
            <a:ext cx="73759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ui.toolbar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51259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1391" y="5512594"/>
            <a:ext cx="3705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9899" y="551259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8926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4676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8101" y="5160169"/>
            <a:ext cx="2575917" cy="6096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188101" y="5160169"/>
            <a:ext cx="12244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ui.avatar-cluster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7351" y="5526881"/>
            <a:ext cx="95666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16 collaborators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4301" y="5426869"/>
            <a:ext cx="342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VR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1001" y="5426869"/>
            <a:ext cx="342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JL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7701" y="5426869"/>
            <a:ext cx="342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MK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4401" y="5426869"/>
            <a:ext cx="342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1101" y="5426869"/>
            <a:ext cx="342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+12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6131719"/>
            <a:ext cx="1592461" cy="6858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28675" y="6131719"/>
            <a:ext cx="56316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450" y="6541294"/>
            <a:ext cx="11066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Deck shipped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450" y="6703219"/>
            <a:ext cx="11066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native_area_ratio · 0.97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9255" y="6515100"/>
            <a:ext cx="12769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 · UI MOCKS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atoms · axis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6060C"/>
                </a:solidFill>
                <a:latin typeface="Inter"/>
              </a:rPr>
              <a:t>Annotation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4925"/>
            <a:ext cx="10820400" cy="497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14450"/>
            <a:ext cx="10801350" cy="4953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5663803" y="2800350"/>
            <a:ext cx="1905000" cy="1333500"/>
          </a:xfrm>
          <a:prstGeom prst="roundRect">
            <a:avLst/>
          </a:prstGeom>
          <a:ln>
            <a:noFill/>
          </a:ln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596971" y="2079468"/>
            <a:ext cx="3232798" cy="10934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1765" y="17391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91670" y="3134815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826498" y="2364715"/>
            <a:ext cx="1426235" cy="99836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80000" y="19048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788398" y="3324980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 12"/>
          <p:cNvCxnSpPr/>
          <p:nvPr/>
        </p:nvCxnSpPr>
        <p:spPr>
          <a:xfrm>
            <a:off x="5829770" y="5407349"/>
            <a:ext cx="1949187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29770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8957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11745" y="3172915"/>
            <a:ext cx="0" cy="1331152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4696" y="3172915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54696" y="4504067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5775" y="1109260"/>
            <a:ext cx="419100" cy="41910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0550" y="1214035"/>
            <a:ext cx="209550" cy="20955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 20"/>
          <p:cNvCxnSpPr/>
          <p:nvPr/>
        </p:nvCxnSpPr>
        <p:spPr>
          <a:xfrm>
            <a:off x="410078" y="1318810"/>
            <a:ext cx="570494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5325" y="1033563"/>
            <a:ext cx="0" cy="570494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6275" y="1299760"/>
            <a:ext cx="38100" cy="381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607714" y="5275988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200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860" y="3802212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>
                <a:solidFill>
                  <a:srgbClr val="06060C"/>
                </a:solidFill>
                <a:latin typeface="Inter"/>
              </a:rPr>
              <a:t>140 px</a:t>
            </a:r>
          </a:p>
        </p:txBody>
      </p:sp>
      <p:sp>
        <p:nvSpPr>
          <p:cNvPr id="26" name="Oval 25"/>
          <p:cNvSpPr/>
          <p:nvPr/>
        </p:nvSpPr>
        <p:spPr>
          <a:xfrm>
            <a:off x="1457325" y="188684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457325" y="207645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28" name="Oval 27"/>
          <p:cNvSpPr/>
          <p:nvPr/>
        </p:nvSpPr>
        <p:spPr>
          <a:xfrm>
            <a:off x="10601325" y="217259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635282" y="236220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3803" y="5410200"/>
            <a:ext cx="97809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0336" y="1860352"/>
            <a:ext cx="95250" cy="978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1175" y="5600700"/>
            <a:ext cx="130611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anno.target-reticle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796" y="5200650"/>
            <a:ext cx="799337" cy="304800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v0.4 · stable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7590" y="5600700"/>
            <a:ext cx="11575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anno.callout-pill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061" y="6515100"/>
            <a:ext cx="23001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 · ANNOTATION PRIMITIVES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1A1AA"/>
      </a:accent2>
      <a:accent3>
        <a:srgbClr val="F472B6"/>
      </a:accent3>
      <a:accent4>
        <a:srgbClr val="06060C"/>
      </a:accent4>
      <a:accent5>
        <a:srgbClr val="A78BFA"/>
      </a:accent5>
      <a:accent6>
        <a:srgbClr val="5252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
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vnd.openxmlformats-officedocument.obfuscatedFon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embeddedFontLst>
    <p:embeddedFont>
      <p:font typeface="JetBrains Mono" panose="020B0609040504020204" charset="0"/>
      <p:regular r:id="rIdSlidifyFont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SlidifyFont1" Type="http://schemas.openxmlformats.org/officeDocument/2006/relationships/font" Target="fonts/font1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0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85800" y="609600"/>
            <a:ext cx="10820400" cy="4667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819150"/>
            <a:ext cx="14138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atoms · axis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99667" y="609600"/>
            <a:ext cx="885140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5F5F7"/>
                </a:solidFill>
                <a:latin typeface="Inter"/>
              </a:rPr>
              <a:t>Composition gestures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1071" y="819150"/>
            <a:ext cx="5551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01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04925"/>
            <a:ext cx="2605088" cy="2476500"/>
          </a:xfrm>
          <a:prstGeom prst="roundRect">
            <a:avLst/>
          </a:prstGeom>
          <a:solidFill>
            <a:srgbClr val="0C0C1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809625" y="1409700"/>
            <a:ext cx="900658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comp.centered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71017" y="2297311"/>
            <a:ext cx="1034355" cy="57150"/>
          </a:xfrm>
          <a:prstGeom prst="round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9987F7"/>
              </a:gs>
              <a:gs pos="33333">
                <a:srgbClr val="AF81F1"/>
              </a:gs>
              <a:gs pos="50000">
                <a:srgbClr val="C37CE8"/>
              </a:gs>
              <a:gs pos="66667">
                <a:srgbClr val="D678DA"/>
              </a:gs>
              <a:gs pos="83333">
                <a:srgbClr val="E674CA"/>
              </a:gs>
              <a:gs pos="100000">
                <a:srgbClr val="F472B6"/>
              </a:gs>
            </a:gsLst>
            <a:lin ang="0" scaled="0"/>
          </a:gradFill>
          <a:xfrm>
            <a:off x="1341834" y="2493913"/>
            <a:ext cx="1293019" cy="9525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/>
          <p:cNvSpPr/>
          <p:nvPr/>
        </p:nvSpPr>
        <p:spPr>
          <a:xfrm>
            <a:off x="1522809" y="2838004"/>
            <a:ext cx="930920" cy="28575"/>
          </a:xfrm>
          <a:prstGeom prst="roundRect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28675" y="339090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E4E4E7"/>
                </a:solidFill>
                <a:latin typeface="Inter"/>
              </a:rPr>
              <a:t>centered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675" y="352425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title + lede axis-aligned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4238" y="1304925"/>
            <a:ext cx="2605088" cy="2476500"/>
          </a:xfrm>
          <a:prstGeom prst="roundRect">
            <a:avLst/>
          </a:prstGeom>
          <a:solidFill>
            <a:srgbClr val="0C0C1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3548062" y="1409700"/>
            <a:ext cx="832793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comp.split-50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26781" y="1314450"/>
            <a:ext cx="9525" cy="2457450"/>
          </a:xfrm>
          <a:prstGeom prst="rect">
            <a:avLst/>
          </a:prstGeom>
          <a:solidFill>
            <a:srgbClr val="A78BF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/>
          <p:cNvSpPr/>
          <p:nvPr/>
        </p:nvSpPr>
        <p:spPr>
          <a:xfrm>
            <a:off x="3640634" y="2248198"/>
            <a:ext cx="879128" cy="57150"/>
          </a:xfrm>
          <a:prstGeom prst="round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/>
          <p:cNvSpPr/>
          <p:nvPr/>
        </p:nvSpPr>
        <p:spPr>
          <a:xfrm>
            <a:off x="3640634" y="2592288"/>
            <a:ext cx="775692" cy="28575"/>
          </a:xfrm>
          <a:prstGeom prst="roundRect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786F4"/>
              </a:gs>
              <a:gs pos="33333">
                <a:srgbClr val="C581EC"/>
              </a:gs>
              <a:gs pos="50000">
                <a:srgbClr val="D37DE1"/>
              </a:gs>
              <a:gs pos="66667">
                <a:srgbClr val="DF78D5"/>
              </a:gs>
              <a:gs pos="83333">
                <a:srgbClr val="EA75C6"/>
              </a:gs>
              <a:gs pos="100000">
                <a:srgbClr val="F472B6"/>
              </a:gs>
            </a:gsLst>
            <a:lin ang="2700000" scaled="0"/>
          </a:gradFill>
          <a:xfrm>
            <a:off x="4830366" y="1904107"/>
            <a:ext cx="982563" cy="123825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3567112" y="339090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E4E4E7"/>
                </a:solidFill>
                <a:latin typeface="Inter"/>
              </a:rPr>
              <a:t>split · 50/50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7112" y="352425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copy left, media right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2675" y="1304925"/>
            <a:ext cx="2605088" cy="2476500"/>
          </a:xfrm>
          <a:prstGeom prst="roundRect">
            <a:avLst/>
          </a:prstGeom>
          <a:solidFill>
            <a:srgbClr val="0C0C1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6286500" y="1409700"/>
            <a:ext cx="832793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comp.split-60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5525" y="1314450"/>
            <a:ext cx="9525" cy="2457450"/>
          </a:xfrm>
          <a:prstGeom prst="rect">
            <a:avLst/>
          </a:prstGeom>
          <a:solidFill>
            <a:srgbClr val="A78BF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/>
          <p:cNvSpPr/>
          <p:nvPr/>
        </p:nvSpPr>
        <p:spPr>
          <a:xfrm>
            <a:off x="6379071" y="2100709"/>
            <a:ext cx="1189434" cy="57150"/>
          </a:xfrm>
          <a:prstGeom prst="round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379071" y="2444800"/>
            <a:ext cx="1085999" cy="28575"/>
          </a:xfrm>
          <a:prstGeom prst="roundRect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ounded Rectangle 26"/>
          <p:cNvSpPr/>
          <p:nvPr/>
        </p:nvSpPr>
        <p:spPr>
          <a:xfrm>
            <a:off x="6379071" y="2641402"/>
            <a:ext cx="930920" cy="28575"/>
          </a:xfrm>
          <a:prstGeom prst="roundRect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/>
          <p:cNvSpPr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786F4"/>
              </a:gs>
              <a:gs pos="33333">
                <a:srgbClr val="C581EC"/>
              </a:gs>
              <a:gs pos="50000">
                <a:srgbClr val="D37DE1"/>
              </a:gs>
              <a:gs pos="66667">
                <a:srgbClr val="DF78D5"/>
              </a:gs>
              <a:gs pos="83333">
                <a:srgbClr val="EA75C6"/>
              </a:gs>
              <a:gs pos="100000">
                <a:srgbClr val="F472B6"/>
              </a:gs>
            </a:gsLst>
            <a:lin ang="2700000" scaled="0"/>
          </a:gradFill>
          <a:xfrm>
            <a:off x="7930753" y="1756767"/>
            <a:ext cx="620613" cy="1524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6305550" y="339090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E4E4E7"/>
                </a:solidFill>
                <a:latin typeface="Inter"/>
              </a:rPr>
              <a:t>split · 60/40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5550" y="352425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narrative dominant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01112" y="1304925"/>
            <a:ext cx="2605088" cy="2476500"/>
          </a:xfrm>
          <a:prstGeom prst="roundRect">
            <a:avLst/>
          </a:prstGeom>
          <a:solidFill>
            <a:srgbClr val="0C0C1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9024938" y="1409700"/>
            <a:ext cx="810369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comp.golden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98410" y="1314450"/>
            <a:ext cx="9525" cy="2457450"/>
          </a:xfrm>
          <a:prstGeom prst="rect">
            <a:avLst/>
          </a:prstGeom>
          <a:solidFill>
            <a:srgbClr val="A78BF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8910638" y="2253109"/>
            <a:ext cx="2586038" cy="9525"/>
          </a:xfrm>
          <a:prstGeom prst="rect">
            <a:avLst/>
          </a:prstGeom>
          <a:solidFill>
            <a:srgbClr val="A78BF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9898410" y="2253109"/>
            <a:ext cx="76200" cy="7620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xfrm>
            <a:off x="9996636" y="2346573"/>
            <a:ext cx="1241227" cy="57150"/>
          </a:xfrm>
          <a:prstGeom prst="round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/>
          <p:cNvSpPr/>
          <p:nvPr/>
        </p:nvSpPr>
        <p:spPr>
          <a:xfrm>
            <a:off x="9996636" y="2641402"/>
            <a:ext cx="982563" cy="28575"/>
          </a:xfrm>
          <a:prstGeom prst="roundRect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9043988" y="339090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E4E4E7"/>
                </a:solidFill>
                <a:latin typeface="Inter"/>
              </a:rPr>
              <a:t>golden ratio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43988" y="352425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φ-anchor on the focal point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5800" y="3914775"/>
            <a:ext cx="2605088" cy="2476500"/>
          </a:xfrm>
          <a:prstGeom prst="roundRect">
            <a:avLst/>
          </a:prstGeom>
          <a:solidFill>
            <a:srgbClr val="0C0C1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809625" y="4019550"/>
            <a:ext cx="753715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comp.thirds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56445" y="3924300"/>
            <a:ext cx="9525" cy="2457450"/>
          </a:xfrm>
          <a:prstGeom prst="rect">
            <a:avLst/>
          </a:prstGeom>
          <a:solidFill>
            <a:srgbClr val="A78BF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2417564" y="3924300"/>
            <a:ext cx="9525" cy="2457450"/>
          </a:xfrm>
          <a:prstGeom prst="rect">
            <a:avLst/>
          </a:prstGeom>
          <a:solidFill>
            <a:srgbClr val="A78BF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695325" y="4742557"/>
            <a:ext cx="2586038" cy="9525"/>
          </a:xfrm>
          <a:prstGeom prst="rect">
            <a:avLst/>
          </a:prstGeom>
          <a:solidFill>
            <a:srgbClr val="A78BF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695325" y="5560814"/>
            <a:ext cx="2586038" cy="9525"/>
          </a:xfrm>
          <a:prstGeom prst="rect">
            <a:avLst/>
          </a:prstGeom>
          <a:solidFill>
            <a:srgbClr val="A78BF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ounded Rectangle 45"/>
          <p:cNvSpPr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786F4"/>
              </a:gs>
              <a:gs pos="33333">
                <a:srgbClr val="C581EC"/>
              </a:gs>
              <a:gs pos="50000">
                <a:srgbClr val="D37DE1"/>
              </a:gs>
              <a:gs pos="66667">
                <a:srgbClr val="DF78D5"/>
              </a:gs>
              <a:gs pos="83333">
                <a:srgbClr val="EA75C6"/>
              </a:gs>
              <a:gs pos="100000">
                <a:srgbClr val="F472B6"/>
              </a:gs>
            </a:gsLst>
            <a:lin ang="2700000" scaled="0"/>
          </a:gradFill>
          <a:xfrm>
            <a:off x="902196" y="4956423"/>
            <a:ext cx="620613" cy="762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828675" y="600075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E4E4E7"/>
                </a:solidFill>
                <a:latin typeface="Inter"/>
              </a:rPr>
              <a:t>rule of thirds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8675" y="613410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subject on a third-grid intersection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24238" y="3914775"/>
            <a:ext cx="2605088" cy="2476500"/>
          </a:xfrm>
          <a:prstGeom prst="roundRect">
            <a:avLst/>
          </a:prstGeom>
          <a:solidFill>
            <a:srgbClr val="0C0C1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3548062" y="4019550"/>
            <a:ext cx="940147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comp.offcanvas</a:t>
            </a:r>
          </a:p>
        </p:txBody>
      </p:sp>
      <p:sp>
        <p:nvSpPr>
          <p:cNvPr id="51" name="Rounded Rectangle 50"/>
          <p:cNvSpPr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786F4"/>
              </a:gs>
              <a:gs pos="33333">
                <a:srgbClr val="C581EC"/>
              </a:gs>
              <a:gs pos="50000">
                <a:srgbClr val="D37DE1"/>
              </a:gs>
              <a:gs pos="66667">
                <a:srgbClr val="DF78D5"/>
              </a:gs>
              <a:gs pos="83333">
                <a:srgbClr val="EA75C6"/>
              </a:gs>
              <a:gs pos="100000">
                <a:srgbClr val="F472B6"/>
              </a:gs>
            </a:gsLst>
            <a:lin ang="2700000" scaled="0"/>
          </a:gradFill>
          <a:xfrm>
            <a:off x="3123456" y="4268242"/>
            <a:ext cx="1551533" cy="123825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ounded Rectangle 51"/>
          <p:cNvSpPr/>
          <p:nvPr/>
        </p:nvSpPr>
        <p:spPr>
          <a:xfrm>
            <a:off x="4933801" y="4956423"/>
            <a:ext cx="879128" cy="57150"/>
          </a:xfrm>
          <a:prstGeom prst="round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5088880" y="5251252"/>
            <a:ext cx="724049" cy="28575"/>
          </a:xfrm>
          <a:prstGeom prst="roundRect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3567112" y="600075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E4E4E7"/>
                </a:solidFill>
                <a:latin typeface="Inter"/>
              </a:rPr>
              <a:t>off-canvas bleed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67112" y="613410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media leaves the frame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62675" y="3914775"/>
            <a:ext cx="2605088" cy="2476500"/>
          </a:xfrm>
          <a:prstGeom prst="roundRect">
            <a:avLst/>
          </a:prstGeom>
          <a:solidFill>
            <a:srgbClr val="0C0C1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/>
          <p:cNvSpPr txBox="1"/>
          <p:nvPr/>
        </p:nvSpPr>
        <p:spPr>
          <a:xfrm>
            <a:off x="6286500" y="4019550"/>
            <a:ext cx="1081435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comp.edge-rotated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72500" y="5153025"/>
            <a:ext cx="104775" cy="13079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78BFA"/>
                </a:solidFill>
                <a:latin typeface="Inter"/>
              </a:rPr>
              <a:t>EDITION · 04 · 2026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379071" y="4858048"/>
            <a:ext cx="1603325" cy="57150"/>
          </a:xfrm>
          <a:prstGeom prst="round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6379071" y="5202138"/>
            <a:ext cx="1241227" cy="28575"/>
          </a:xfrm>
          <a:prstGeom prst="roundRect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6305550" y="600075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E4E4E7"/>
                </a:solidFill>
                <a:latin typeface="Inter"/>
              </a:rPr>
              <a:t>edge-rotated caption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5550" y="613410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vertical type on the frame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901112" y="3914775"/>
            <a:ext cx="2605088" cy="2476500"/>
          </a:xfrm>
          <a:prstGeom prst="roundRect">
            <a:avLst/>
          </a:prstGeom>
          <a:solidFill>
            <a:srgbClr val="0C0C1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9024938" y="4019550"/>
            <a:ext cx="759520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comp.bento</a:t>
            </a:r>
          </a:p>
        </p:txBody>
      </p:sp>
      <p:sp>
        <p:nvSpPr>
          <p:cNvPr id="65" name="Rounded Rectangle 64"/>
          <p:cNvSpPr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786F4"/>
              </a:gs>
              <a:gs pos="33333">
                <a:srgbClr val="C581EC"/>
              </a:gs>
              <a:gs pos="50000">
                <a:srgbClr val="D37DE1"/>
              </a:gs>
              <a:gs pos="66667">
                <a:srgbClr val="DF78D5"/>
              </a:gs>
              <a:gs pos="83333">
                <a:srgbClr val="EA75C6"/>
              </a:gs>
              <a:gs pos="100000">
                <a:srgbClr val="F472B6"/>
              </a:gs>
            </a:gsLst>
            <a:lin ang="2700000" scaled="0"/>
          </a:gradFill>
          <a:xfrm>
            <a:off x="9117509" y="4268242"/>
            <a:ext cx="982563" cy="762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ounded Rectangle 65"/>
          <p:cNvSpPr/>
          <p:nvPr/>
        </p:nvSpPr>
        <p:spPr>
          <a:gradFill flip="none" rotWithShape="1">
            <a:gsLst>
              <a:gs pos="0">
                <a:srgbClr val="FB923C"/>
              </a:gs>
              <a:gs pos="16667">
                <a:srgbClr val="FD9B32"/>
              </a:gs>
              <a:gs pos="33333">
                <a:srgbClr val="FFA427"/>
              </a:gs>
              <a:gs pos="50000">
                <a:srgbClr val="FFAE1C"/>
              </a:gs>
              <a:gs pos="66667">
                <a:srgbClr val="FFB813"/>
              </a:gs>
              <a:gs pos="83333">
                <a:srgbClr val="FDC20F"/>
              </a:gs>
              <a:gs pos="100000">
                <a:srgbClr val="FACC15"/>
              </a:gs>
            </a:gsLst>
            <a:lin ang="2700000" scaled="0"/>
          </a:gradFill>
          <a:xfrm>
            <a:off x="10203656" y="4268242"/>
            <a:ext cx="1085999" cy="762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ounded Rectangle 66"/>
          <p:cNvSpPr/>
          <p:nvPr/>
        </p:nvSpPr>
        <p:spPr>
          <a:gradFill flip="none" rotWithShape="1">
            <a:gsLst>
              <a:gs pos="0">
                <a:srgbClr val="34D399"/>
              </a:gs>
              <a:gs pos="16667">
                <a:srgbClr val="00D0B3"/>
              </a:gs>
              <a:gs pos="33333">
                <a:srgbClr val="00CBCA"/>
              </a:gs>
              <a:gs pos="50000">
                <a:srgbClr val="00C4DE"/>
              </a:gs>
              <a:gs pos="66667">
                <a:srgbClr val="00BBED"/>
              </a:gs>
              <a:gs pos="83333">
                <a:srgbClr val="37B0F6"/>
              </a:gs>
              <a:gs pos="100000">
                <a:srgbClr val="60A5FA"/>
              </a:gs>
            </a:gsLst>
            <a:lin ang="2700000" scaled="0"/>
          </a:gradFill>
          <a:xfrm>
            <a:off x="9117509" y="5251252"/>
            <a:ext cx="620613" cy="5715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ounded Rectangle 67"/>
          <p:cNvSpPr/>
          <p:nvPr/>
        </p:nvSpPr>
        <p:spPr>
          <a:gradFill flip="none" rotWithShape="1">
            <a:gsLst>
              <a:gs pos="0">
                <a:srgbClr val="60A5FA"/>
              </a:gs>
              <a:gs pos="16667">
                <a:srgbClr val="6DA1FD"/>
              </a:gs>
              <a:gs pos="33333">
                <a:srgbClr val="7A9DFF"/>
              </a:gs>
              <a:gs pos="50000">
                <a:srgbClr val="8698FF"/>
              </a:gs>
              <a:gs pos="66667">
                <a:srgbClr val="9194FF"/>
              </a:gs>
              <a:gs pos="83333">
                <a:srgbClr val="9C90FD"/>
              </a:gs>
              <a:gs pos="100000">
                <a:srgbClr val="A78BFA"/>
              </a:gs>
            </a:gsLst>
            <a:lin ang="2700000" scaled="0"/>
          </a:gradFill>
          <a:xfrm>
            <a:off x="9841557" y="5251252"/>
            <a:ext cx="1448098" cy="5715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9043988" y="600075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E4E4E7"/>
                </a:solidFill>
                <a:latin typeface="Inter"/>
              </a:rPr>
              <a:t>bento · asymmetric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043988" y="613410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apple/linear tile grid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951393" y="6515100"/>
            <a:ext cx="155480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01 / 10 · COMPOSITION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0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85800" y="609600"/>
            <a:ext cx="10820400" cy="4667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819150"/>
            <a:ext cx="14138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atoms · axis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99667" y="609600"/>
            <a:ext cx="885140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5F5F7"/>
                </a:solidFill>
                <a:latin typeface="Inter"/>
              </a:rPr>
              <a:t>Background fields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1071" y="819150"/>
            <a:ext cx="5551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02 / 10</a:t>
            </a:r>
          </a:p>
        </p:txBody>
      </p:sp>
      <p:sp>
        <p:nvSpPr>
          <p:cNvPr id="7" name="Rounded Rectangle 6"/>
          <p:cNvSpPr/>
          <p:nvPr/>
        </p:nvSpPr>
        <p:spPr>
          <a:gradFill flip="none" rotWithShape="1">
            <a:gsLst>
              <a:gs pos="0">
                <a:srgbClr val="6366F1">
                  <a:alpha val="55000"/>
                </a:srgbClr>
              </a:gs>
              <a:gs pos="6333">
                <a:srgbClr val="6366F1">
                  <a:alpha val="45833"/>
                </a:srgbClr>
              </a:gs>
              <a:gs pos="12667">
                <a:srgbClr val="6366F1">
                  <a:alpha val="36667"/>
                </a:srgbClr>
              </a:gs>
              <a:gs pos="19000">
                <a:srgbClr val="6366F1">
                  <a:alpha val="27500"/>
                </a:srgbClr>
              </a:gs>
              <a:gs pos="25333">
                <a:srgbClr val="6366F1">
                  <a:alpha val="18333"/>
                </a:srgbClr>
              </a:gs>
              <a:gs pos="31667">
                <a:srgbClr val="6366F1">
                  <a:alpha val="9167"/>
                </a:srgbClr>
              </a:gs>
              <a:gs pos="38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18000" t="22000" r="82000" b="78000"/>
            </a:path>
          </a:gradFill>
          <a:xfrm>
            <a:off x="685800" y="1266825"/>
            <a:ext cx="2605088" cy="2676525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809625" y="1371600"/>
            <a:ext cx="618282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bg.mesh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625" y="3629025"/>
            <a:ext cx="869170" cy="19050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mesh · 4-blob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238" y="1266825"/>
            <a:ext cx="2605088" cy="26765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48062" y="1371600"/>
            <a:ext cx="607020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bg.conic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8062" y="3629025"/>
            <a:ext cx="997172" cy="19050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conic · spectrum</a:t>
            </a:r>
          </a:p>
        </p:txBody>
      </p:sp>
      <p:sp>
        <p:nvSpPr>
          <p:cNvPr id="13" name="Rounded Rectangle 12"/>
          <p:cNvSpPr/>
          <p:nvPr/>
        </p:nvSpPr>
        <p:spPr>
          <a:gradFill flip="none" rotWithShape="1">
            <a:gsLst>
              <a:gs pos="0">
                <a:srgbClr val="0A0A14"/>
              </a:gs>
              <a:gs pos="33333">
                <a:srgbClr val="0A0A14"/>
              </a:gs>
              <a:gs pos="66667">
                <a:srgbClr val="1E1B4B"/>
              </a:gs>
              <a:gs pos="100000">
                <a:srgbClr val="1E1B4B"/>
              </a:gs>
            </a:gsLst>
            <a:lin ang="2700000" scaled="0"/>
          </a:gradFill>
          <a:xfrm>
            <a:off x="6162675" y="1266825"/>
            <a:ext cx="2605088" cy="2676525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6286500" y="1371600"/>
            <a:ext cx="669082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bg.stripes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6500" y="3629025"/>
            <a:ext cx="834228" cy="19050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stripes · 8/16</a:t>
            </a:r>
          </a:p>
        </p:txBody>
      </p:sp>
      <p:sp>
        <p:nvSpPr>
          <p:cNvPr id="16" name="Rounded Rectangle 15"/>
          <p:cNvSpPr/>
          <p:nvPr/>
        </p:nvSpPr>
        <p:spPr>
          <a:gradFill flip="none" rotWithShape="1">
            <a:gsLst>
              <a:gs pos="0">
                <a:srgbClr val="FFFFFF">
                  <a:alpha val="7000"/>
                </a:srgbClr>
              </a:gs>
              <a:gs pos="100000">
                <a:srgbClr val="FFFFFF">
                  <a:alpha val="7000"/>
                </a:srgbClr>
              </a:gs>
            </a:gsLst>
            <a:lin ang="16200000" scaled="0"/>
          </a:gradFill>
          <a:xfrm>
            <a:off x="8901112" y="1266825"/>
            <a:ext cx="2605088" cy="2676525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9024938" y="1371600"/>
            <a:ext cx="742603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bg.scanline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4938" y="3629025"/>
            <a:ext cx="857455" cy="19050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CRT scanline</a:t>
            </a:r>
          </a:p>
        </p:txBody>
      </p:sp>
      <p:sp>
        <p:nvSpPr>
          <p:cNvPr id="19" name="Rounded Rectangle 18"/>
          <p:cNvSpPr/>
          <p:nvPr/>
        </p:nvSpPr>
        <p:spPr>
          <a:gradFill flip="none" rotWithShape="1">
            <a:gsLst>
              <a:gs pos="0">
                <a:srgbClr val="312E81"/>
              </a:gs>
              <a:gs pos="16667">
                <a:srgbClr val="4C2F8E"/>
              </a:gs>
              <a:gs pos="33333">
                <a:srgbClr val="682F96"/>
              </a:gs>
              <a:gs pos="50000">
                <a:srgbClr val="852F99"/>
              </a:gs>
              <a:gs pos="66667">
                <a:srgbClr val="A22C94"/>
              </a:gs>
              <a:gs pos="83333">
                <a:srgbClr val="BF2989"/>
              </a:gs>
              <a:gs pos="100000">
                <a:srgbClr val="DB2777"/>
              </a:gs>
            </a:gsLst>
            <a:lin ang="4200000" scaled="0"/>
          </a:gradFill>
          <a:xfrm>
            <a:off x="685800" y="4076700"/>
            <a:ext cx="2605088" cy="2676525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809625" y="4181475"/>
            <a:ext cx="737096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bg.duotone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625" y="6438900"/>
            <a:ext cx="991646" cy="19050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duotone · 2-stop</a:t>
            </a:r>
          </a:p>
        </p:txBody>
      </p:sp>
      <p:sp>
        <p:nvSpPr>
          <p:cNvPr id="22" name="Rounded Rectangle 21"/>
          <p:cNvSpPr/>
          <p:nvPr/>
        </p:nvSpPr>
        <p:spPr>
          <a:gradFill flip="none" rotWithShape="1">
            <a:gsLst>
              <a:gs pos="0">
                <a:srgbClr val="1E1B4B"/>
              </a:gs>
              <a:gs pos="11667">
                <a:srgbClr val="1B1841"/>
              </a:gs>
              <a:gs pos="23333">
                <a:srgbClr val="171538"/>
              </a:gs>
              <a:gs pos="35000">
                <a:srgbClr val="14132E"/>
              </a:gs>
              <a:gs pos="46667">
                <a:srgbClr val="101025"/>
              </a:gs>
              <a:gs pos="58333">
                <a:srgbClr val="0D0D1C"/>
              </a:gs>
              <a:gs pos="70000">
                <a:srgbClr val="0A0A14"/>
              </a:gs>
              <a:gs pos="75000">
                <a:srgbClr val="090913"/>
              </a:gs>
              <a:gs pos="80000">
                <a:srgbClr val="080813"/>
              </a:gs>
              <a:gs pos="85000">
                <a:srgbClr val="070712"/>
              </a:gs>
              <a:gs pos="90000">
                <a:srgbClr val="060611"/>
              </a:gs>
              <a:gs pos="95000">
                <a:srgbClr val="060611"/>
              </a:gs>
              <a:gs pos="100000">
                <a:srgbClr val="050510"/>
              </a:gs>
            </a:gsLst>
            <a:path path="circle">
              <a:fillToRect l="50000" t="50000" r="50000" b="50000"/>
            </a:path>
          </a:gradFill>
          <a:xfrm>
            <a:off x="3424238" y="4076700"/>
            <a:ext cx="2605088" cy="2676525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3548062" y="4181475"/>
            <a:ext cx="725686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bg.vignette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8062" y="6438900"/>
            <a:ext cx="944938" cy="19050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vignette · radial</a:t>
            </a:r>
          </a:p>
        </p:txBody>
      </p:sp>
      <p:sp>
        <p:nvSpPr>
          <p:cNvPr id="25" name="Rounded Rectangle 24"/>
          <p:cNvSpPr/>
          <p:nvPr/>
        </p:nvSpPr>
        <p:spPr>
          <a:gradFill flip="none" rotWithShape="1">
            <a:gsLst>
              <a:gs pos="0">
                <a:srgbClr val="020617"/>
              </a:gs>
              <a:gs pos="28000">
                <a:srgbClr val="1E1B4B"/>
              </a:gs>
              <a:gs pos="50000">
                <a:srgbClr val="7C3AED"/>
              </a:gs>
              <a:gs pos="70000">
                <a:srgbClr val="DB2777"/>
              </a:gs>
              <a:gs pos="100000">
                <a:srgbClr val="020617"/>
              </a:gs>
            </a:gsLst>
            <a:lin ang="5400000" scaled="0"/>
          </a:gradFill>
          <a:xfrm>
            <a:off x="6162675" y="4076700"/>
            <a:ext cx="2605088" cy="2676525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286500" y="4181475"/>
            <a:ext cx="923379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bg.aurora-band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86500" y="6438900"/>
            <a:ext cx="1177970" cy="19050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aurora band · 5-stop</a:t>
            </a:r>
          </a:p>
        </p:txBody>
      </p:sp>
      <p:sp>
        <p:nvSpPr>
          <p:cNvPr id="28" name="Oval 27"/>
          <p:cNvSpPr/>
          <p:nvPr/>
        </p:nvSpPr>
        <p:spPr>
          <a:xfrm>
            <a:off x="9076304" y="428863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9445738" y="428863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/>
          <p:cNvSpPr/>
          <p:nvPr/>
        </p:nvSpPr>
        <p:spPr>
          <a:xfrm>
            <a:off x="9815172" y="428863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10184606" y="428863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10554040" y="428863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10923474" y="428863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11292908" y="428863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9076304" y="473154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/>
          <p:cNvSpPr/>
          <p:nvPr/>
        </p:nvSpPr>
        <p:spPr>
          <a:xfrm>
            <a:off x="9445738" y="473154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9815172" y="473154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10184606" y="473154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10554040" y="473154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10923474" y="473154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11292908" y="473154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9076304" y="5174456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9445738" y="5174456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9815172" y="5174456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10184606" y="5174456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10554040" y="5174456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10923474" y="5174456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11292908" y="5174456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/>
          <p:cNvSpPr/>
          <p:nvPr/>
        </p:nvSpPr>
        <p:spPr>
          <a:xfrm>
            <a:off x="9076304" y="5617369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/>
          <p:cNvSpPr/>
          <p:nvPr/>
        </p:nvSpPr>
        <p:spPr>
          <a:xfrm>
            <a:off x="9445738" y="5617369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/>
          <p:cNvSpPr/>
          <p:nvPr/>
        </p:nvSpPr>
        <p:spPr>
          <a:xfrm>
            <a:off x="9815172" y="5617369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/>
          <p:cNvSpPr/>
          <p:nvPr/>
        </p:nvSpPr>
        <p:spPr>
          <a:xfrm>
            <a:off x="10184606" y="5617369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/>
          <p:cNvSpPr/>
          <p:nvPr/>
        </p:nvSpPr>
        <p:spPr>
          <a:xfrm>
            <a:off x="10554040" y="5617369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/>
          <p:cNvSpPr/>
          <p:nvPr/>
        </p:nvSpPr>
        <p:spPr>
          <a:xfrm>
            <a:off x="10923474" y="5617369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/>
          <p:cNvSpPr/>
          <p:nvPr/>
        </p:nvSpPr>
        <p:spPr>
          <a:xfrm>
            <a:off x="11292908" y="5617369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/>
          <p:cNvSpPr/>
          <p:nvPr/>
        </p:nvSpPr>
        <p:spPr>
          <a:xfrm>
            <a:off x="9076304" y="606028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/>
          <p:cNvSpPr/>
          <p:nvPr/>
        </p:nvSpPr>
        <p:spPr>
          <a:xfrm>
            <a:off x="9445738" y="606028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/>
          <p:cNvSpPr/>
          <p:nvPr/>
        </p:nvSpPr>
        <p:spPr>
          <a:xfrm>
            <a:off x="9815172" y="606028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/>
          <p:cNvSpPr/>
          <p:nvPr/>
        </p:nvSpPr>
        <p:spPr>
          <a:xfrm>
            <a:off x="10184606" y="606028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/>
          <p:cNvSpPr/>
          <p:nvPr/>
        </p:nvSpPr>
        <p:spPr>
          <a:xfrm>
            <a:off x="10554040" y="606028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/>
          <p:cNvSpPr/>
          <p:nvPr/>
        </p:nvSpPr>
        <p:spPr>
          <a:xfrm>
            <a:off x="10923474" y="606028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/>
          <p:cNvSpPr/>
          <p:nvPr/>
        </p:nvSpPr>
        <p:spPr>
          <a:xfrm>
            <a:off x="11292908" y="606028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/>
          <p:cNvSpPr/>
          <p:nvPr/>
        </p:nvSpPr>
        <p:spPr>
          <a:xfrm>
            <a:off x="9076304" y="650319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/>
          <p:cNvSpPr/>
          <p:nvPr/>
        </p:nvSpPr>
        <p:spPr>
          <a:xfrm>
            <a:off x="9445738" y="650319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/>
          <p:cNvSpPr/>
          <p:nvPr/>
        </p:nvSpPr>
        <p:spPr>
          <a:xfrm>
            <a:off x="9815172" y="650319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/>
          <p:cNvSpPr/>
          <p:nvPr/>
        </p:nvSpPr>
        <p:spPr>
          <a:xfrm>
            <a:off x="10184606" y="650319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/>
          <p:cNvSpPr/>
          <p:nvPr/>
        </p:nvSpPr>
        <p:spPr>
          <a:xfrm>
            <a:off x="10554040" y="650319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10923474" y="650319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/>
          <p:cNvSpPr/>
          <p:nvPr/>
        </p:nvSpPr>
        <p:spPr>
          <a:xfrm>
            <a:off x="11292908" y="650319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/>
          <p:cNvSpPr txBox="1"/>
          <p:nvPr/>
        </p:nvSpPr>
        <p:spPr>
          <a:xfrm>
            <a:off x="6858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413379" y="6515100"/>
            <a:ext cx="209282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02 / 10 · BACKGROUND FIELDS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85800" y="609600"/>
            <a:ext cx="10820400" cy="4667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819150"/>
            <a:ext cx="14138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atoms · axis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99667" y="609600"/>
            <a:ext cx="885140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5F5F7"/>
                </a:solidFill>
                <a:latin typeface="Inter"/>
              </a:rPr>
              <a:t>Surfaces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1071" y="819150"/>
            <a:ext cx="5551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03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266825"/>
            <a:ext cx="2576512" cy="2190750"/>
          </a:xfrm>
          <a:prstGeom prst="roundRect">
            <a:avLst/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  <a:effectLst>
            <a:innerShdw blurRad="0" dist="9525" dir="5400000">
              <a:srgbClr val="FFFFFF">
                <a:alpha val="16000"/>
              </a:srgbClr>
            </a:innerShdw>
            <a:outerShdw blurRad="381000" dist="152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685800" y="1266825"/>
            <a:ext cx="2576512" cy="9858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685800" y="1266825"/>
            <a:ext cx="2576512" cy="2190750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685800" y="1266825"/>
            <a:ext cx="2576512" cy="2190750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66775" y="1619250"/>
            <a:ext cx="221456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surf.glass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6775" y="2781300"/>
            <a:ext cx="2214562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12.4M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6775" y="3133725"/>
            <a:ext cx="221456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5F5F7"/>
                </a:solidFill>
                <a:latin typeface="Inter"/>
              </a:rPr>
              <a:t>glass</a:t>
            </a:r>
          </a:p>
        </p:txBody>
      </p:sp>
      <p:sp>
        <p:nvSpPr>
          <p:cNvPr id="14" name="Rectangle 13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887855" y="-208121"/>
            <a:ext cx="3607118" cy="360711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gradFill flip="none" rotWithShape="1">
            <a:gsLst>
              <a:gs pos="0">
                <a:srgbClr val="A78BFA">
                  <a:alpha val="45000"/>
                </a:srgbClr>
              </a:gs>
              <a:gs pos="16667">
                <a:srgbClr val="A78BFA">
                  <a:alpha val="37500"/>
                </a:srgbClr>
              </a:gs>
              <a:gs pos="33333">
                <a:srgbClr val="A78BFA">
                  <a:alpha val="30000"/>
                </a:srgbClr>
              </a:gs>
              <a:gs pos="50000">
                <a:srgbClr val="A78BFA">
                  <a:alpha val="22500"/>
                </a:srgbClr>
              </a:gs>
              <a:gs pos="66667">
                <a:srgbClr val="A78BFA">
                  <a:alpha val="15000"/>
                </a:srgbClr>
              </a:gs>
              <a:gs pos="83333">
                <a:srgbClr val="A78BFA">
                  <a:alpha val="750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3949065" y="-208121"/>
            <a:ext cx="3607118" cy="360711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gradFill flip="none" rotWithShape="1">
            <a:gsLst>
              <a:gs pos="0">
                <a:srgbClr val="A1A1AA">
                  <a:alpha val="45000"/>
                </a:srgbClr>
              </a:gs>
              <a:gs pos="16667">
                <a:srgbClr val="A1A1AA">
                  <a:alpha val="37500"/>
                </a:srgbClr>
              </a:gs>
              <a:gs pos="33333">
                <a:srgbClr val="A1A1AA">
                  <a:alpha val="30000"/>
                </a:srgbClr>
              </a:gs>
              <a:gs pos="50000">
                <a:srgbClr val="A1A1AA">
                  <a:alpha val="22500"/>
                </a:srgbClr>
              </a:gs>
              <a:gs pos="66667">
                <a:srgbClr val="A1A1AA">
                  <a:alpha val="15000"/>
                </a:srgbClr>
              </a:gs>
              <a:gs pos="83333">
                <a:srgbClr val="A1A1AA">
                  <a:alpha val="7500"/>
                </a:srgbClr>
              </a:gs>
              <a:gs pos="100000">
                <a:srgbClr val="A1A1A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887855" y="1325404"/>
            <a:ext cx="3607118" cy="360711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gradFill flip="none" rotWithShape="1">
            <a:gsLst>
              <a:gs pos="0">
                <a:srgbClr val="F472B6">
                  <a:alpha val="45000"/>
                </a:srgbClr>
              </a:gs>
              <a:gs pos="16667">
                <a:srgbClr val="F472B6">
                  <a:alpha val="37500"/>
                </a:srgbClr>
              </a:gs>
              <a:gs pos="33333">
                <a:srgbClr val="F472B6">
                  <a:alpha val="30000"/>
                </a:srgbClr>
              </a:gs>
              <a:gs pos="50000">
                <a:srgbClr val="F472B6">
                  <a:alpha val="22500"/>
                </a:srgbClr>
              </a:gs>
              <a:gs pos="66667">
                <a:srgbClr val="F472B6">
                  <a:alpha val="15000"/>
                </a:srgbClr>
              </a:gs>
              <a:gs pos="83333">
                <a:srgbClr val="F472B6">
                  <a:alpha val="7500"/>
                </a:srgbClr>
              </a:gs>
              <a:gs pos="100000">
                <a:srgbClr val="F472B6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3949065" y="1325404"/>
            <a:ext cx="3607118" cy="360711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/>
          <p:cNvSpPr/>
          <p:nvPr/>
        </p:nvSpPr>
        <p:spPr>
          <a:gradFill flip="none" rotWithShape="1">
            <a:gsLst>
              <a:gs pos="0">
                <a:srgbClr val="6366F1">
                  <a:alpha val="30000"/>
                </a:srgbClr>
              </a:gs>
              <a:gs pos="16667">
                <a:srgbClr val="8465F0">
                  <a:alpha val="28333"/>
                </a:srgbClr>
              </a:gs>
              <a:gs pos="33333">
                <a:srgbClr val="A065EA">
                  <a:alpha val="26667"/>
                </a:srgbClr>
              </a:gs>
              <a:gs pos="50000">
                <a:srgbClr val="B967E1">
                  <a:alpha val="25000"/>
                </a:srgbClr>
              </a:gs>
              <a:gs pos="66667">
                <a:srgbClr val="CF69D5">
                  <a:alpha val="23333"/>
                </a:srgbClr>
              </a:gs>
              <a:gs pos="83333">
                <a:srgbClr val="E36DC6">
                  <a:alpha val="21667"/>
                </a:srgbClr>
              </a:gs>
              <a:gs pos="100000">
                <a:srgbClr val="F472B6">
                  <a:alpha val="20000"/>
                </a:srgbClr>
              </a:gs>
            </a:gsLst>
            <a:lin ang="4200000" scaled="0"/>
          </a:gradFill>
          <a:xfrm>
            <a:off x="3433762" y="1266825"/>
            <a:ext cx="2576512" cy="2190750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762000" dist="0" dir="0" algn="ctr" rotWithShape="0">
              <a:srgbClr val="8B5CF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3433762" y="1266825"/>
            <a:ext cx="2576512" cy="219075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3614738" y="1619250"/>
            <a:ext cx="221456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surf.hero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4738" y="2781300"/>
            <a:ext cx="2214562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+340%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4738" y="3133725"/>
            <a:ext cx="221456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5F5F7"/>
                </a:solidFill>
                <a:latin typeface="Inter"/>
              </a:rPr>
              <a:t>hero</a:t>
            </a:r>
          </a:p>
        </p:txBody>
      </p:sp>
      <p:sp>
        <p:nvSpPr>
          <p:cNvPr id="23" name="Rectangle 22"/>
          <p:cNvSpPr/>
          <p:nvPr/>
        </p:nvSpPr>
        <p:spPr>
          <a:gradFill flip="none" rotWithShape="1">
            <a:gsLst>
              <a:gs pos="0">
                <a:srgbClr val="F5F5F7">
                  <a:alpha val="55000"/>
                </a:srgbClr>
              </a:gs>
              <a:gs pos="16667">
                <a:srgbClr val="F5F5F7">
                  <a:alpha val="45833"/>
                </a:srgbClr>
              </a:gs>
              <a:gs pos="33333">
                <a:srgbClr val="F5F5F7">
                  <a:alpha val="36667"/>
                </a:srgbClr>
              </a:gs>
              <a:gs pos="50000">
                <a:srgbClr val="F5F5F7">
                  <a:alpha val="27500"/>
                </a:srgbClr>
              </a:gs>
              <a:gs pos="66667">
                <a:srgbClr val="F5F5F7">
                  <a:alpha val="18333"/>
                </a:srgbClr>
              </a:gs>
              <a:gs pos="83333">
                <a:srgbClr val="F5F5F7">
                  <a:alpha val="9167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5022294" y="-85487"/>
            <a:ext cx="4895374" cy="4895374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/>
          <p:cNvSpPr/>
          <p:nvPr/>
        </p:nvSpPr>
        <p:spPr>
          <a:gradFill flip="none" rotWithShape="1">
            <a:gsLst>
              <a:gs pos="0">
                <a:srgbClr val="F472B6">
                  <a:alpha val="45000"/>
                </a:srgbClr>
              </a:gs>
              <a:gs pos="6667">
                <a:srgbClr val="E36DC6">
                  <a:alpha val="40500"/>
                </a:srgbClr>
              </a:gs>
              <a:gs pos="13333">
                <a:srgbClr val="CF69D5">
                  <a:alpha val="36000"/>
                </a:srgbClr>
              </a:gs>
              <a:gs pos="20000">
                <a:srgbClr val="B967E1">
                  <a:alpha val="31500"/>
                </a:srgbClr>
              </a:gs>
              <a:gs pos="26667">
                <a:srgbClr val="A065EA">
                  <a:alpha val="27000"/>
                </a:srgbClr>
              </a:gs>
              <a:gs pos="33333">
                <a:srgbClr val="8465F0">
                  <a:alpha val="22500"/>
                </a:srgbClr>
              </a:gs>
              <a:gs pos="40000">
                <a:srgbClr val="6366F1">
                  <a:alpha val="18000"/>
                </a:srgbClr>
              </a:gs>
              <a:gs pos="50000">
                <a:srgbClr val="6446B7">
                  <a:alpha val="25000"/>
                </a:srgbClr>
              </a:gs>
              <a:gs pos="60000">
                <a:srgbClr val="562B7E">
                  <a:alpha val="32000"/>
                </a:srgbClr>
              </a:gs>
              <a:gs pos="70000">
                <a:srgbClr val="40164C">
                  <a:alpha val="39000"/>
                </a:srgbClr>
              </a:gs>
              <a:gs pos="80000">
                <a:srgbClr val="250622">
                  <a:alpha val="46000"/>
                </a:srgbClr>
              </a:gs>
              <a:gs pos="90000">
                <a:srgbClr val="090105">
                  <a:alpha val="53000"/>
                </a:srgbClr>
              </a:gs>
              <a:gs pos="100000">
                <a:srgbClr val="000000">
                  <a:alpha val="60000"/>
                </a:srgbClr>
              </a:gs>
            </a:gsLst>
            <a:path path="circle">
              <a:fillToRect l="50000" t="35000" r="50000" b="65000"/>
            </a:path>
          </a:gradFill>
          <a:xfrm>
            <a:off x="6181725" y="1266825"/>
            <a:ext cx="2576512" cy="2190750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6362700" y="1619250"/>
            <a:ext cx="221456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surf.spotlight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2700" y="2781300"/>
            <a:ext cx="2214562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99.8%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2700" y="3133725"/>
            <a:ext cx="221456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5F5F7"/>
                </a:solidFill>
                <a:latin typeface="Inter"/>
              </a:rPr>
              <a:t>spotlight</a:t>
            </a:r>
          </a:p>
        </p:txBody>
      </p:sp>
      <p:sp>
        <p:nvSpPr>
          <p:cNvPr id="28" name="Rectangle 27"/>
          <p:cNvSpPr/>
          <p:nvPr/>
        </p:nvSpPr>
        <p:spPr>
          <a:gradFill flip="none" rotWithShape="1">
            <a:gsLst>
              <a:gs pos="0">
                <a:srgbClr val="F5F5F7">
                  <a:alpha val="40000"/>
                </a:srgbClr>
              </a:gs>
              <a:gs pos="16667">
                <a:srgbClr val="F5F5F7">
                  <a:alpha val="33333"/>
                </a:srgbClr>
              </a:gs>
              <a:gs pos="33333">
                <a:srgbClr val="F5F5F7">
                  <a:alpha val="26667"/>
                </a:srgbClr>
              </a:gs>
              <a:gs pos="50000">
                <a:srgbClr val="F5F5F7">
                  <a:alpha val="20000"/>
                </a:srgbClr>
              </a:gs>
              <a:gs pos="66667">
                <a:srgbClr val="F5F5F7">
                  <a:alpha val="13333"/>
                </a:srgbClr>
              </a:gs>
              <a:gs pos="83333">
                <a:srgbClr val="F5F5F7">
                  <a:alpha val="6667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7254954" y="-657701"/>
            <a:ext cx="4637722" cy="463772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gradFill flip="none" rotWithShape="1">
            <a:gsLst>
              <a:gs pos="0">
                <a:srgbClr val="A78BFA">
                  <a:alpha val="35000"/>
                </a:srgbClr>
              </a:gs>
              <a:gs pos="16667">
                <a:srgbClr val="A78BFA">
                  <a:alpha val="29167"/>
                </a:srgbClr>
              </a:gs>
              <a:gs pos="33333">
                <a:srgbClr val="A78BFA">
                  <a:alpha val="23333"/>
                </a:srgbClr>
              </a:gs>
              <a:gs pos="50000">
                <a:srgbClr val="A78BFA">
                  <a:alpha val="17500"/>
                </a:srgbClr>
              </a:gs>
              <a:gs pos="66667">
                <a:srgbClr val="A78BFA">
                  <a:alpha val="11667"/>
                </a:srgbClr>
              </a:gs>
              <a:gs pos="83333">
                <a:srgbClr val="A78BFA">
                  <a:alpha val="5833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7899083" y="-85487"/>
            <a:ext cx="4895374" cy="4895374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gradFill flip="none" rotWithShape="1">
            <a:gsLst>
              <a:gs pos="0">
                <a:srgbClr val="A1A1AA">
                  <a:alpha val="40000"/>
                </a:srgbClr>
              </a:gs>
              <a:gs pos="16667">
                <a:srgbClr val="A1A1AA">
                  <a:alpha val="33333"/>
                </a:srgbClr>
              </a:gs>
              <a:gs pos="33333">
                <a:srgbClr val="A1A1AA">
                  <a:alpha val="26667"/>
                </a:srgbClr>
              </a:gs>
              <a:gs pos="50000">
                <a:srgbClr val="A1A1AA">
                  <a:alpha val="20000"/>
                </a:srgbClr>
              </a:gs>
              <a:gs pos="66667">
                <a:srgbClr val="A1A1AA">
                  <a:alpha val="13333"/>
                </a:srgbClr>
              </a:gs>
              <a:gs pos="83333">
                <a:srgbClr val="A1A1AA">
                  <a:alpha val="6667"/>
                </a:srgbClr>
              </a:gs>
              <a:gs pos="100000">
                <a:srgbClr val="A1A1A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620506" y="744379"/>
            <a:ext cx="4637722" cy="463772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ounded Rectangle 30"/>
          <p:cNvSpPr/>
          <p:nvPr/>
        </p:nvSpPr>
        <p:spPr>
          <a:gradFill flip="none" rotWithShape="1">
            <a:gsLst>
              <a:gs pos="0">
                <a:srgbClr val="6366F1">
                  <a:alpha val="20000"/>
                </a:srgbClr>
              </a:gs>
              <a:gs pos="30000">
                <a:srgbClr val="A78BFA">
                  <a:alpha val="10000"/>
                </a:srgbClr>
              </a:gs>
              <a:gs pos="60000">
                <a:srgbClr val="F472B6">
                  <a:alpha val="18000"/>
                </a:srgbClr>
              </a:gs>
              <a:gs pos="90000">
                <a:srgbClr val="FB923C">
                  <a:alpha val="10000"/>
                </a:srgbClr>
              </a:gs>
              <a:gs pos="100000">
                <a:srgbClr val="FB923C">
                  <a:alpha val="10000"/>
                </a:srgbClr>
              </a:gs>
            </a:gsLst>
            <a:lin ang="5400000" scaled="0"/>
          </a:gradFill>
          <a:xfrm>
            <a:off x="8929688" y="1266825"/>
            <a:ext cx="2576512" cy="2190750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9110662" y="1619250"/>
            <a:ext cx="221456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surf.aurora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10662" y="2781300"/>
            <a:ext cx="2214562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2.4s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10662" y="3133725"/>
            <a:ext cx="221456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5F5F7"/>
                </a:solidFill>
                <a:latin typeface="Inter"/>
              </a:rPr>
              <a:t>aurora</a:t>
            </a:r>
          </a:p>
        </p:txBody>
      </p:sp>
      <p:sp>
        <p:nvSpPr>
          <p:cNvPr id="35" name="Rounded Rectangle 34"/>
          <p:cNvSpPr/>
          <p:nvPr/>
        </p:nvSpPr>
        <p:spPr>
          <a:gradFill flip="none" rotWithShape="1">
            <a:gsLst>
              <a:gs pos="0">
                <a:srgbClr val="F472B6"/>
              </a:gs>
              <a:gs pos="16667">
                <a:srgbClr val="FC73A2"/>
              </a:gs>
              <a:gs pos="33333">
                <a:srgbClr val="FF768D"/>
              </a:gs>
              <a:gs pos="50000">
                <a:srgbClr val="FF7B79"/>
              </a:gs>
              <a:gs pos="66667">
                <a:srgbClr val="FF8164"/>
              </a:gs>
              <a:gs pos="83333">
                <a:srgbClr val="FF8950"/>
              </a:gs>
              <a:gs pos="100000">
                <a:srgbClr val="FB923C"/>
              </a:gs>
            </a:gsLst>
            <a:lin ang="2700000" scaled="0"/>
          </a:gradFill>
          <a:xfrm>
            <a:off x="685800" y="3629025"/>
            <a:ext cx="2576512" cy="21907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innerShdw blurRad="0" dist="9525" dir="5400000">
              <a:srgbClr val="FFFFFF">
                <a:alpha val="45000"/>
              </a:srgbClr>
            </a:innerShdw>
            <a:outerShdw blurRad="228600" dist="114300" dir="5400000" algn="ctr" rotWithShape="0">
              <a:srgbClr val="F472B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gradFill flip="none" rotWithShape="1">
            <a:gsLst>
              <a:gs pos="0">
                <a:srgbClr val="ffffff">
                  <a:alpha val="30000"/>
                </a:srgbClr>
              </a:gs>
              <a:gs pos="16667">
                <a:srgbClr val="FFFFFF">
                  <a:alpha val="25000"/>
                </a:srgbClr>
              </a:gs>
              <a:gs pos="33333">
                <a:srgbClr val="FFFFFF">
                  <a:alpha val="20000"/>
                </a:srgbClr>
              </a:gs>
              <a:gs pos="50000">
                <a:srgbClr val="FFFFFF">
                  <a:alpha val="15000"/>
                </a:srgbClr>
              </a:gs>
              <a:gs pos="66667">
                <a:srgbClr val="FFFFFF">
                  <a:alpha val="10000"/>
                </a:srgbClr>
              </a:gs>
              <a:gs pos="83333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685800" y="3629025"/>
            <a:ext cx="2576512" cy="109537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685800" y="3629025"/>
            <a:ext cx="2576512" cy="2190750"/>
          </a:xfrm>
          <a:prstGeom prst="rect">
            <a:avLst/>
          </a:prstGeom>
          <a:noFill/>
          <a:ln w="9525">
            <a:solidFill>
              <a:srgbClr val="FFFFFF">
                <a:alpha val="1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866775" y="3981450"/>
            <a:ext cx="221456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surf.tactile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6775" y="5143500"/>
            <a:ext cx="2214562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1E1B4B"/>
                </a:solidFill>
                <a:latin typeface="Inter"/>
              </a:rPr>
              <a:t>$28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6775" y="5495925"/>
            <a:ext cx="221456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E1B4B"/>
                </a:solidFill>
                <a:latin typeface="Inter"/>
              </a:rPr>
              <a:t>tactile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33762" y="3629025"/>
            <a:ext cx="2576512" cy="2190750"/>
          </a:xfrm>
          <a:prstGeom prst="roundRect">
            <a:avLst/>
          </a:prstGeom>
          <a:solidFill>
            <a:srgbClr val="050510"/>
          </a:solidFill>
          <a:ln w="9525">
            <a:solidFill>
              <a:srgbClr val="FFFFFF"/>
            </a:solidFill>
          </a:ln>
          <a:effectLst>
            <a:innerShdw blurRad="76200" dist="19050" dir="5400000">
              <a:srgbClr val="000000">
                <a:alpha val="55000"/>
              </a:srgbClr>
            </a:innerShdw>
            <a:innerShdw blurRad="0" dist="9525" dir="16200000">
              <a:srgbClr val="FFFFFF">
                <a:alpha val="4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3433762" y="3629025"/>
            <a:ext cx="2576512" cy="2190750"/>
          </a:xfrm>
          <a:prstGeom prst="rect">
            <a:avLst/>
          </a:prstGeom>
          <a:noFill/>
          <a:ln>
            <a:noFill/>
          </a:ln>
          <a:effectLst>
            <a:innerShdw blurRad="95250" dist="0" dir="0">
              <a:srgbClr val="000000">
                <a:alpha val="3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3614738" y="3981450"/>
            <a:ext cx="221456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surf.recessed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14738" y="5143500"/>
            <a:ext cx="2214562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34D399"/>
                </a:solidFill>
                <a:latin typeface="Inter"/>
              </a:rPr>
              <a:t>git diff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14738" y="5495925"/>
            <a:ext cx="221456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5F5F7"/>
                </a:solidFill>
                <a:latin typeface="Inter"/>
              </a:rPr>
              <a:t>recessed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26163" y="3563104"/>
            <a:ext cx="2687636" cy="2322592"/>
          </a:xfrm>
          <a:prstGeom prst="roundRect">
            <a:avLst/>
          </a:prstGeom>
          <a:solidFill>
            <a:srgbClr val="F5F5F7"/>
          </a:solidFill>
          <a:ln w="57150">
            <a:solidFill>
              <a:srgbClr val="F5F5F7"/>
            </a:solidFill>
          </a:ln>
          <a:effectLst>
            <a:outerShdw blurRad="381000" dist="152400" dir="5400000" algn="ctr" rotWithShape="0">
              <a:srgbClr val="000000">
                <a:alpha val="45000"/>
              </a:srgbClr>
            </a:outerShdw>
            <a:outerShdw blurRad="76200" dist="38100" dir="5400000" algn="ctr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6375386" y="3974570"/>
            <a:ext cx="2121393" cy="206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Inter"/>
              </a:rPr>
              <a:t>surf.sticker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30720" y="5030396"/>
            <a:ext cx="2135351" cy="4723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06060C"/>
                </a:solidFill>
                <a:latin typeface="Inter"/>
              </a:rPr>
              <a:t>★ 4.9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9663" y="5391850"/>
            <a:ext cx="2123885" cy="25359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6060C"/>
                </a:solidFill>
                <a:latin typeface="Inter"/>
              </a:rPr>
              <a:t>sticker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929688" y="3629025"/>
            <a:ext cx="2576512" cy="2190750"/>
          </a:xfrm>
          <a:prstGeom prst="roundRect">
            <a:avLst/>
          </a:prstGeom>
          <a:solidFill>
            <a:srgbClr val="F5F5F7"/>
          </a:solidFill>
          <a:ln>
            <a:noFill/>
          </a:ln>
          <a:effectLst>
            <a:outerShdw blurRad="381000" dist="1524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9063038" y="3762375"/>
            <a:ext cx="230981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Inter"/>
              </a:rPr>
              <a:t>surf.polaroid</a:t>
            </a:r>
          </a:p>
        </p:txBody>
      </p:sp>
      <p:sp>
        <p:nvSpPr>
          <p:cNvPr id="52" name="Rounded Rectangle 51"/>
          <p:cNvSpPr/>
          <p:nvPr/>
        </p:nvSpPr>
        <p:spPr>
          <a:gradFill flip="none" rotWithShape="1">
            <a:gsLst>
              <a:gs pos="0">
                <a:srgbClr val="0EA5E9"/>
              </a:gs>
              <a:gs pos="8333">
                <a:srgbClr val="309CF5"/>
              </a:gs>
              <a:gs pos="16667">
                <a:srgbClr val="4D91FE"/>
              </a:gs>
              <a:gs pos="25000">
                <a:srgbClr val="6784FF"/>
              </a:gs>
              <a:gs pos="33333">
                <a:srgbClr val="7E76FF"/>
              </a:gs>
              <a:gs pos="41667">
                <a:srgbClr val="9466FF"/>
              </a:gs>
              <a:gs pos="50000">
                <a:srgbClr val="A855F7"/>
              </a:gs>
              <a:gs pos="58333">
                <a:srgbClr val="B751EA"/>
              </a:gs>
              <a:gs pos="66667">
                <a:srgbClr val="C54EDC"/>
              </a:gs>
              <a:gs pos="75000">
                <a:srgbClr val="D14BCD"/>
              </a:gs>
              <a:gs pos="83333">
                <a:srgbClr val="DC49BC"/>
              </a:gs>
              <a:gs pos="91667">
                <a:srgbClr val="E548AB"/>
              </a:gs>
              <a:gs pos="100000">
                <a:srgbClr val="EC4899"/>
              </a:gs>
            </a:gsLst>
            <a:lin ang="4200000" scaled="0"/>
          </a:gradFill>
          <a:xfrm>
            <a:off x="9063038" y="3990975"/>
            <a:ext cx="2309812" cy="123825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/>
          <p:cNvSpPr txBox="1"/>
          <p:nvPr/>
        </p:nvSpPr>
        <p:spPr>
          <a:xfrm>
            <a:off x="9063038" y="5438775"/>
            <a:ext cx="230981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Inter"/>
              </a:rPr>
              <a:t>— shipped 04 / 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82671" y="6515100"/>
            <a:ext cx="13235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03 / 10 · SURFACES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143875"/>
          </a:xfrm>
          <a:prstGeom prst="rect">
            <a:avLst/>
          </a:prstGeom>
          <a:solidFill>
            <a:srgbClr val="060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85800" y="609600"/>
            <a:ext cx="10820400" cy="4667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819150"/>
            <a:ext cx="14138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atoms · axis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99667" y="609600"/>
            <a:ext cx="885140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5F5F7"/>
                </a:solidFill>
                <a:latin typeface="Inter"/>
              </a:rPr>
              <a:t>Type treatments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1071" y="819150"/>
            <a:ext cx="5551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04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75" y="1352550"/>
            <a:ext cx="5010150" cy="72390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828675" y="1352550"/>
            <a:ext cx="818555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type.gfill-2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4875" y="1676400"/>
            <a:ext cx="493395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150" b="1" i="0" u="none">
                <a:gradFill rotWithShape="1">
                  <a:gsLst>
                    <a:gs pos="0">
                      <a:srgbClr val="818CF8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VELOCITY.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6975" y="1352550"/>
            <a:ext cx="5010150" cy="72390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276975" y="1352550"/>
            <a:ext cx="818555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type.gfill-4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3175" y="1676400"/>
            <a:ext cx="493395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150" b="1" i="0" u="none">
                <a:gradFill rotWithShape="1">
                  <a:gsLst>
                    <a:gs pos="0">
                      <a:srgbClr val="60A5FA"/>
                    </a:gs>
                    <a:gs pos="35000">
                      <a:srgbClr val="A78BFA"/>
                    </a:gs>
                    <a:gs pos="70000">
                      <a:srgbClr val="F472B6"/>
                    </a:gs>
                    <a:gs pos="100000">
                      <a:srgbClr val="FB923C"/>
                    </a:gs>
                  </a:gsLst>
                  <a:lin ang="2700000" scaled="0"/>
                </a:gradFill>
                <a:latin typeface="Inter"/>
              </a:rPr>
              <a:t>VELOCITY.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675" y="2514600"/>
            <a:ext cx="5010150" cy="752475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8675" y="2514600"/>
            <a:ext cx="831354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type.stroke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4875" y="2809875"/>
            <a:ext cx="493395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latin typeface="Inter"/>
              </a:rPr>
              <a:t>VELOCITY.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6975" y="2514600"/>
            <a:ext cx="5010150" cy="752475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6276975" y="2514600"/>
            <a:ext cx="1245245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type.stroke-thick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3175" y="2809875"/>
            <a:ext cx="493395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latin typeface="Inter"/>
              </a:rPr>
              <a:t>VELOCITY.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7225" y="3676650"/>
            <a:ext cx="1317278" cy="66675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828675" y="3676650"/>
            <a:ext cx="680591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type.echo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225" y="3943350"/>
            <a:ext cx="1069628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150" b="1" i="0" u="none">
                <a:solidFill>
                  <a:srgbClr val="A78BFA"/>
                </a:solidFill>
                <a:latin typeface="Inter"/>
              </a:rPr>
              <a:t>RUSH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475" y="3943350"/>
            <a:ext cx="1069628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150" b="1" i="0" u="none">
                <a:solidFill>
                  <a:srgbClr val="A78BFA"/>
                </a:solidFill>
                <a:latin typeface="Inter"/>
              </a:rPr>
              <a:t>RUSH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675" y="3943350"/>
            <a:ext cx="1069628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150" b="1" i="0" u="none">
                <a:solidFill>
                  <a:srgbClr val="A78BFA"/>
                </a:solidFill>
                <a:latin typeface="Inter"/>
              </a:rPr>
              <a:t>RUSH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4875" y="3943350"/>
            <a:ext cx="1069628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150" b="1" i="0" u="none">
                <a:solidFill>
                  <a:srgbClr val="F5F5F7"/>
                </a:solidFill>
                <a:latin typeface="Inter"/>
              </a:rPr>
              <a:t>RUSH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6975" y="3676650"/>
            <a:ext cx="1964085" cy="93345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276975" y="3676650"/>
            <a:ext cx="1194495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type.longshadow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43675" y="4095750"/>
            <a:ext cx="1697385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050" b="1" i="0" u="none">
                <a:solidFill>
                  <a:srgbClr val="F472B6"/>
                </a:solidFill>
                <a:latin typeface="Inter"/>
              </a:rPr>
              <a:t>SOLAR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6525" y="4038600"/>
            <a:ext cx="1697385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050" b="1" i="0" u="none">
                <a:solidFill>
                  <a:srgbClr val="F472B6"/>
                </a:solidFill>
                <a:latin typeface="Inter"/>
              </a:rPr>
              <a:t>SOLAR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850" y="3971925"/>
            <a:ext cx="1697385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050" b="1" i="0" u="none">
                <a:solidFill>
                  <a:srgbClr val="F472B6"/>
                </a:solidFill>
                <a:latin typeface="Inter"/>
              </a:rPr>
              <a:t>SOLAR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3175" y="3905250"/>
            <a:ext cx="1697385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050" b="1" i="0" u="none">
                <a:solidFill>
                  <a:srgbClr val="F472B6"/>
                </a:solidFill>
                <a:latin typeface="Inter"/>
              </a:rPr>
              <a:t>SOLAR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8675" y="4838700"/>
            <a:ext cx="3902571" cy="687735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828675" y="4838700"/>
            <a:ext cx="725091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type.mixed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4875" y="5202585"/>
            <a:ext cx="4933950" cy="3199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we ship</a:t>
            </a:r>
            <a:r>
              <a:rPr sz="2400" b="1" i="0" u="none">
                <a:solidFill>
                  <a:srgbClr val="F5F5F7"/>
                </a:solidFill>
                <a:latin typeface="Inter"/>
              </a:rPr>
              <a:t xml:space="preserve"> </a:t>
            </a:r>
            <a:r>
              <a:rPr sz="2400" b="1" i="0" u="none">
                <a:latin typeface="Inter"/>
              </a:rPr>
              <a:t>slides,</a:t>
            </a:r>
            <a:r>
              <a:rPr sz="2400" b="1" i="0" u="none">
                <a:solidFill>
                  <a:srgbClr val="F5F5F7"/>
                </a:solidFill>
                <a:latin typeface="Inter"/>
              </a:rPr>
              <a:t xml:space="preserve"> </a:t>
            </a:r>
            <a:r>
              <a:rPr sz="2400" b="1" i="0" u="none">
                <a:gradFill rotWithShape="1">
                  <a:gsLst>
                    <a:gs pos="0">
                      <a:srgbClr val="818CF8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and systems.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76975" y="4838700"/>
            <a:ext cx="1484709" cy="900112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6276975" y="4838700"/>
            <a:ext cx="1484709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type.kinetic-baseline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3175" y="4986338"/>
            <a:ext cx="311944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A78BFA"/>
                </a:solidFill>
                <a:latin typeface="Inter"/>
              </a:rPr>
              <a:t>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65119" y="5043488"/>
            <a:ext cx="108793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BFA6FB"/>
                </a:solidFill>
                <a:latin typeface="Inter"/>
              </a:rPr>
              <a:t>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73912" y="5100638"/>
            <a:ext cx="286792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DBCFFD"/>
                </a:solidFill>
                <a:latin typeface="Inter"/>
              </a:rPr>
              <a:t>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60704" y="5157788"/>
            <a:ext cx="286792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472B6"/>
                </a:solidFill>
                <a:latin typeface="Inter"/>
              </a:rPr>
              <a:t>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47496" y="5214938"/>
            <a:ext cx="108793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B923C"/>
                </a:solidFill>
                <a:latin typeface="Inter"/>
              </a:rPr>
              <a:t>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4875" y="6162675"/>
            <a:ext cx="10382250" cy="34290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828675" y="6000750"/>
            <a:ext cx="932855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type.marquee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53096" y="6162675"/>
            <a:ext cx="1393478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700" b="1" i="0" u="none">
                <a:solidFill>
                  <a:srgbClr val="A78BFA"/>
                </a:solidFill>
                <a:latin typeface="Inter"/>
              </a:rPr>
              <a:t>ITERATE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76255" y="6162675"/>
            <a:ext cx="1393478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700" b="1" i="0" u="none">
                <a:solidFill>
                  <a:srgbClr val="A78BFA"/>
                </a:solidFill>
                <a:latin typeface="Inter"/>
              </a:rPr>
              <a:t>ITERATE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99413" y="6162675"/>
            <a:ext cx="1393478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700" b="1" i="0" u="none">
                <a:solidFill>
                  <a:srgbClr val="A78BFA"/>
                </a:solidFill>
                <a:latin typeface="Inter"/>
              </a:rPr>
              <a:t>ITERATE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522571" y="6162675"/>
            <a:ext cx="669429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700" b="1" i="0" u="none">
                <a:solidFill>
                  <a:srgbClr val="A78BFA"/>
                </a:solidFill>
                <a:latin typeface="Inter"/>
              </a:rPr>
              <a:t>ITERATE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8675" y="6848475"/>
            <a:ext cx="10458450" cy="9525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828675" y="6848475"/>
            <a:ext cx="92333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type.dropcap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4875" y="6848475"/>
            <a:ext cx="10382250" cy="9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There is a moment in every render where the system stops behaving like a screenshot tool and starts behaving like a compiler — every pixel that stays editable compounds across every translation, theme swap, and revision your team will ever ship.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10130" y="6515100"/>
            <a:ext cx="189607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04 / 10 · TYPE TREATMENTS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0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85800" y="609600"/>
            <a:ext cx="10820400" cy="4667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819150"/>
            <a:ext cx="14138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atoms · axis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99667" y="609600"/>
            <a:ext cx="885140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5F5F7"/>
                </a:solidFill>
                <a:latin typeface="Inter"/>
              </a:rPr>
              <a:t>Media masks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1071" y="819150"/>
            <a:ext cx="5551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05 / 10</a:t>
            </a:r>
          </a:p>
        </p:txBody>
      </p:sp>
      <p:sp>
        <p:nvSpPr>
          <p:cNvPr id="7" name="Oval 6"/>
          <p:cNvSpPr/>
          <p:nvPr/>
        </p:nvSpPr>
        <p:spPr>
          <a:gradFill flip="none" rotWithShape="1">
            <a:gsLst>
              <a:gs pos="0">
                <a:srgbClr val="0EA5E9"/>
              </a:gs>
              <a:gs pos="8333">
                <a:srgbClr val="309CF5"/>
              </a:gs>
              <a:gs pos="16667">
                <a:srgbClr val="4D91FE"/>
              </a:gs>
              <a:gs pos="25000">
                <a:srgbClr val="6784FF"/>
              </a:gs>
              <a:gs pos="33333">
                <a:srgbClr val="7E76FF"/>
              </a:gs>
              <a:gs pos="41667">
                <a:srgbClr val="9466FF"/>
              </a:gs>
              <a:gs pos="50000">
                <a:srgbClr val="A855F7"/>
              </a:gs>
              <a:gs pos="58333">
                <a:srgbClr val="B751EA"/>
              </a:gs>
              <a:gs pos="66667">
                <a:srgbClr val="C54EDC"/>
              </a:gs>
              <a:gs pos="75000">
                <a:srgbClr val="D14BCD"/>
              </a:gs>
              <a:gs pos="83333">
                <a:srgbClr val="DC49BC"/>
              </a:gs>
              <a:gs pos="91667">
                <a:srgbClr val="E548AB"/>
              </a:gs>
              <a:gs pos="100000">
                <a:srgbClr val="EC4899"/>
              </a:gs>
            </a:gsLst>
            <a:lin ang="4200000" scaled="0"/>
          </a:gradFill>
          <a:xfrm>
            <a:off x="1000125" y="1457325"/>
            <a:ext cx="1905000" cy="1905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904875" y="3705225"/>
            <a:ext cx="666304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mask.disc</a:t>
            </a:r>
          </a:p>
        </p:txBody>
      </p:sp>
      <p:sp>
        <p:nvSpPr>
          <p:cNvPr id="9" name="Rounded Rectangle 8"/>
          <p:cNvSpPr/>
          <p:nvPr/>
        </p:nvSpPr>
        <p:spPr>
          <a:gradFill flip="none" rotWithShape="1">
            <a:gsLst>
              <a:gs pos="0">
                <a:srgbClr val="FBBF24"/>
              </a:gs>
              <a:gs pos="8333">
                <a:srgbClr val="FDB30B"/>
              </a:gs>
              <a:gs pos="16667">
                <a:srgbClr val="FEA600"/>
              </a:gs>
              <a:gs pos="25000">
                <a:srgbClr val="FE9900"/>
              </a:gs>
              <a:gs pos="33333">
                <a:srgbClr val="FD8D00"/>
              </a:gs>
              <a:gs pos="41667">
                <a:srgbClr val="FC8000"/>
              </a:gs>
              <a:gs pos="50000">
                <a:srgbClr val="F97316"/>
              </a:gs>
              <a:gs pos="58333">
                <a:srgbClr val="F56815"/>
              </a:gs>
              <a:gs pos="66667">
                <a:srgbClr val="F15C16"/>
              </a:gs>
              <a:gs pos="75000">
                <a:srgbClr val="EC5119"/>
              </a:gs>
              <a:gs pos="83333">
                <a:srgbClr val="E7441D"/>
              </a:gs>
              <a:gs pos="91667">
                <a:srgbClr val="E23621"/>
              </a:gs>
              <a:gs pos="100000">
                <a:srgbClr val="DC2626"/>
              </a:gs>
            </a:gsLst>
            <a:lin ang="2700000" scaled="0"/>
          </a:gradFill>
          <a:xfrm>
            <a:off x="3762375" y="1266825"/>
            <a:ext cx="1905000" cy="2286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3667125" y="3705225"/>
            <a:ext cx="70901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mask.arch</a:t>
            </a:r>
          </a:p>
        </p:txBody>
      </p:sp>
      <p:sp>
        <p:nvSpPr>
          <p:cNvPr id="11" name="Hexagon 10"/>
          <p:cNvSpPr/>
          <p:nvPr/>
        </p:nvSpPr>
        <p:spPr>
          <a:gradFill flip="none" rotWithShape="1">
            <a:gsLst>
              <a:gs pos="0">
                <a:srgbClr val="34D399"/>
              </a:gs>
              <a:gs pos="8333">
                <a:srgbClr val="00CFAC"/>
              </a:gs>
              <a:gs pos="16667">
                <a:srgbClr val="00C9BD"/>
              </a:gs>
              <a:gs pos="25000">
                <a:srgbClr val="00C2CD"/>
              </a:gs>
              <a:gs pos="33333">
                <a:srgbClr val="00B9D9"/>
              </a:gs>
              <a:gs pos="41667">
                <a:srgbClr val="00B0E3"/>
              </a:gs>
              <a:gs pos="50000">
                <a:srgbClr val="0EA5E9"/>
              </a:gs>
              <a:gs pos="58333">
                <a:srgbClr val="278BD0"/>
              </a:gs>
              <a:gs pos="66667">
                <a:srgbClr val="2F72B7"/>
              </a:gs>
              <a:gs pos="75000">
                <a:srgbClr val="305A9C"/>
              </a:gs>
              <a:gs pos="83333">
                <a:srgbClr val="2D4381"/>
              </a:gs>
              <a:gs pos="91667">
                <a:srgbClr val="272E65"/>
              </a:gs>
              <a:gs pos="100000">
                <a:srgbClr val="1E1B4B"/>
              </a:gs>
            </a:gsLst>
            <a:path path="circle">
              <a:fillToRect l="30000" t="30000" r="70000" b="70000"/>
            </a:path>
          </a:gradFill>
          <a:xfrm>
            <a:off x="6524625" y="1457325"/>
            <a:ext cx="1905000" cy="1905000"/>
          </a:xfrm>
          <a:prstGeom prst="hexagon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429375" y="3705225"/>
            <a:ext cx="61719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mask.hex</a:t>
            </a:r>
          </a:p>
        </p:txBody>
      </p:sp>
      <p:sp>
        <p:nvSpPr>
          <p:cNvPr id="13" name="Parallelogram 12"/>
          <p:cNvSpPr/>
          <p:nvPr/>
        </p:nvSpPr>
        <p:spPr>
          <a:gradFill flip="none" rotWithShape="1">
            <a:gsLst>
              <a:gs pos="0">
                <a:srgbClr val="312E81"/>
              </a:gs>
              <a:gs pos="6667">
                <a:srgbClr val="3B3193"/>
              </a:gs>
              <a:gs pos="13333">
                <a:srgbClr val="4734A5"/>
              </a:gs>
              <a:gs pos="20000">
                <a:srgbClr val="5337B7"/>
              </a:gs>
              <a:gs pos="26667">
                <a:srgbClr val="6038CA"/>
              </a:gs>
              <a:gs pos="33333">
                <a:srgbClr val="6D3ADB"/>
              </a:gs>
              <a:gs pos="40000">
                <a:srgbClr val="7C3AED"/>
              </a:gs>
              <a:gs pos="50000">
                <a:srgbClr val="9542E7"/>
              </a:gs>
              <a:gs pos="60000">
                <a:srgbClr val="AC4ADF"/>
              </a:gs>
              <a:gs pos="70000">
                <a:srgbClr val="C153D5"/>
              </a:gs>
              <a:gs pos="80000">
                <a:srgbClr val="D55CCB"/>
              </a:gs>
              <a:gs pos="90000">
                <a:srgbClr val="E566C0"/>
              </a:gs>
              <a:gs pos="100000">
                <a:srgbClr val="F472B6"/>
              </a:gs>
            </a:gsLst>
            <a:lin ang="18900000" scaled="0"/>
          </a:gradFill>
          <a:xfrm>
            <a:off x="9191625" y="1457325"/>
            <a:ext cx="2095500" cy="1905000"/>
          </a:xfrm>
          <a:prstGeom prst="parallelogram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9191625" y="3705225"/>
            <a:ext cx="1426071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mask.parallelogram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4875" y="3971925"/>
            <a:ext cx="2095500" cy="1905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904875" y="6219825"/>
            <a:ext cx="981819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mask.triangle</a:t>
            </a:r>
          </a:p>
        </p:txBody>
      </p:sp>
      <p:sp>
        <p:nvSpPr>
          <p:cNvPr id="17" name="Rectangle 16"/>
          <p:cNvSpPr/>
          <p:nvPr/>
        </p:nvSpPr>
        <p:spPr>
          <a:gradFill flip="none" rotWithShape="1">
            <a:gsLst>
              <a:gs pos="0">
                <a:srgbClr val="FEF3C7"/>
              </a:gs>
              <a:gs pos="6667">
                <a:srgbClr val="FBE5AE"/>
              </a:gs>
              <a:gs pos="13333">
                <a:srgbClr val="FAD795"/>
              </a:gs>
              <a:gs pos="20000">
                <a:srgbClr val="FAC77D"/>
              </a:gs>
              <a:gs pos="26667">
                <a:srgbClr val="FBB766"/>
              </a:gs>
              <a:gs pos="33333">
                <a:srgbClr val="FBA550"/>
              </a:gs>
              <a:gs pos="40000">
                <a:srgbClr val="FB923C"/>
              </a:gs>
              <a:gs pos="50000">
                <a:srgbClr val="F78331"/>
              </a:gs>
              <a:gs pos="60000">
                <a:srgbClr val="F37328"/>
              </a:gs>
              <a:gs pos="70000">
                <a:srgbClr val="EE6322"/>
              </a:gs>
              <a:gs pos="80000">
                <a:srgbClr val="E95120"/>
              </a:gs>
              <a:gs pos="90000">
                <a:srgbClr val="E33E22"/>
              </a:gs>
              <a:gs pos="100000">
                <a:srgbClr val="DC2626"/>
              </a:gs>
            </a:gsLst>
            <a:lin ang="2700000" scaled="0"/>
          </a:gradFill>
          <a:xfrm>
            <a:off x="3762375" y="3971925"/>
            <a:ext cx="1905000" cy="1905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3667125" y="6219825"/>
            <a:ext cx="932706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mask.diamond</a:t>
            </a:r>
          </a:p>
        </p:txBody>
      </p:sp>
      <p:sp>
        <p:nvSpPr>
          <p:cNvPr id="19" name="Rounded Rectangle 18"/>
          <p:cNvSpPr/>
          <p:nvPr/>
        </p:nvSpPr>
        <p:spPr>
          <a:gradFill flip="none" rotWithShape="1">
            <a:gsLst>
              <a:gs pos="0">
                <a:srgbClr val="0C4A6E"/>
              </a:gs>
              <a:gs pos="6667">
                <a:srgbClr val="0E5881"/>
              </a:gs>
              <a:gs pos="13333">
                <a:srgbClr val="106795"/>
              </a:gs>
              <a:gs pos="20000">
                <a:srgbClr val="1176AA"/>
              </a:gs>
              <a:gs pos="26667">
                <a:srgbClr val="1285BE"/>
              </a:gs>
              <a:gs pos="33333">
                <a:srgbClr val="1195D4"/>
              </a:gs>
              <a:gs pos="40000">
                <a:srgbClr val="0EA5E9"/>
              </a:gs>
              <a:gs pos="50000">
                <a:srgbClr val="17B1EC"/>
              </a:gs>
              <a:gs pos="60000">
                <a:srgbClr val="25BCEF"/>
              </a:gs>
              <a:gs pos="70000">
                <a:srgbClr val="34C8F2"/>
              </a:gs>
              <a:gs pos="80000">
                <a:srgbClr val="45D3F4"/>
              </a:gs>
              <a:gs pos="90000">
                <a:srgbClr val="56DEF7"/>
              </a:gs>
              <a:gs pos="100000">
                <a:srgbClr val="67E8F9"/>
              </a:gs>
            </a:gsLst>
            <a:lin ang="5400000" scaled="0"/>
          </a:gradFill>
          <a:xfrm>
            <a:off x="6429375" y="3971925"/>
            <a:ext cx="2095500" cy="1905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6429375" y="6219825"/>
            <a:ext cx="956518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mask.rounded</a:t>
            </a:r>
          </a:p>
        </p:txBody>
      </p:sp>
      <p:sp>
        <p:nvSpPr>
          <p:cNvPr id="21" name="Rounded Rectangle 20"/>
          <p:cNvSpPr/>
          <p:nvPr/>
        </p:nvSpPr>
        <p:spPr>
          <a:gradFill flip="none" rotWithShape="1">
            <a:gsLst>
              <a:gs pos="0">
                <a:srgbClr val="1E1B4B"/>
              </a:gs>
              <a:gs pos="8333">
                <a:srgbClr val="2A2265"/>
              </a:gs>
              <a:gs pos="16667">
                <a:srgbClr val="38287F"/>
              </a:gs>
              <a:gs pos="25000">
                <a:srgbClr val="472D9A"/>
              </a:gs>
              <a:gs pos="33333">
                <a:srgbClr val="5732B5"/>
              </a:gs>
              <a:gs pos="41667">
                <a:srgbClr val="6936D1"/>
              </a:gs>
              <a:gs pos="50000">
                <a:srgbClr val="7C3AED"/>
              </a:gs>
              <a:gs pos="58333">
                <a:srgbClr val="9542E7"/>
              </a:gs>
              <a:gs pos="66667">
                <a:srgbClr val="AC4ADF"/>
              </a:gs>
              <a:gs pos="75000">
                <a:srgbClr val="C153D5"/>
              </a:gs>
              <a:gs pos="83333">
                <a:srgbClr val="D55CCB"/>
              </a:gs>
              <a:gs pos="91667">
                <a:srgbClr val="E566C0"/>
              </a:gs>
              <a:gs pos="100000">
                <a:srgbClr val="F472B6"/>
              </a:gs>
            </a:gsLst>
            <a:lin ang="4200000" scaled="0"/>
          </a:gradFill>
          <a:xfrm>
            <a:off x="9191625" y="3876675"/>
            <a:ext cx="1019175" cy="101917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gradFill flip="none" rotWithShape="1">
            <a:gsLst>
              <a:gs pos="0">
                <a:srgbClr val="1E1B4B"/>
              </a:gs>
              <a:gs pos="8333">
                <a:srgbClr val="2A2265"/>
              </a:gs>
              <a:gs pos="16667">
                <a:srgbClr val="38287F"/>
              </a:gs>
              <a:gs pos="25000">
                <a:srgbClr val="472D9A"/>
              </a:gs>
              <a:gs pos="33333">
                <a:srgbClr val="5732B5"/>
              </a:gs>
              <a:gs pos="41667">
                <a:srgbClr val="6936D1"/>
              </a:gs>
              <a:gs pos="50000">
                <a:srgbClr val="7C3AED"/>
              </a:gs>
              <a:gs pos="58333">
                <a:srgbClr val="9542E7"/>
              </a:gs>
              <a:gs pos="66667">
                <a:srgbClr val="AC4ADF"/>
              </a:gs>
              <a:gs pos="75000">
                <a:srgbClr val="C153D5"/>
              </a:gs>
              <a:gs pos="83333">
                <a:srgbClr val="D55CCB"/>
              </a:gs>
              <a:gs pos="91667">
                <a:srgbClr val="E566C0"/>
              </a:gs>
              <a:gs pos="100000">
                <a:srgbClr val="F472B6"/>
              </a:gs>
            </a:gsLst>
            <a:lin ang="4200000" scaled="0"/>
          </a:gradFill>
          <a:xfrm>
            <a:off x="10267950" y="3876675"/>
            <a:ext cx="1019175" cy="101917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gradFill flip="none" rotWithShape="1">
            <a:gsLst>
              <a:gs pos="0">
                <a:srgbClr val="1E1B4B"/>
              </a:gs>
              <a:gs pos="8333">
                <a:srgbClr val="2A2265"/>
              </a:gs>
              <a:gs pos="16667">
                <a:srgbClr val="38287F"/>
              </a:gs>
              <a:gs pos="25000">
                <a:srgbClr val="472D9A"/>
              </a:gs>
              <a:gs pos="33333">
                <a:srgbClr val="5732B5"/>
              </a:gs>
              <a:gs pos="41667">
                <a:srgbClr val="6936D1"/>
              </a:gs>
              <a:gs pos="50000">
                <a:srgbClr val="7C3AED"/>
              </a:gs>
              <a:gs pos="58333">
                <a:srgbClr val="9542E7"/>
              </a:gs>
              <a:gs pos="66667">
                <a:srgbClr val="AC4ADF"/>
              </a:gs>
              <a:gs pos="75000">
                <a:srgbClr val="C153D5"/>
              </a:gs>
              <a:gs pos="83333">
                <a:srgbClr val="D55CCB"/>
              </a:gs>
              <a:gs pos="91667">
                <a:srgbClr val="E566C0"/>
              </a:gs>
              <a:gs pos="100000">
                <a:srgbClr val="F472B6"/>
              </a:gs>
            </a:gsLst>
            <a:lin ang="4200000" scaled="0"/>
          </a:gradFill>
          <a:xfrm>
            <a:off x="9191625" y="4953000"/>
            <a:ext cx="1019175" cy="101917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/>
          <p:cNvSpPr/>
          <p:nvPr/>
        </p:nvSpPr>
        <p:spPr>
          <a:gradFill flip="none" rotWithShape="1">
            <a:gsLst>
              <a:gs pos="0">
                <a:srgbClr val="1E1B4B"/>
              </a:gs>
              <a:gs pos="8333">
                <a:srgbClr val="2A2265"/>
              </a:gs>
              <a:gs pos="16667">
                <a:srgbClr val="38287F"/>
              </a:gs>
              <a:gs pos="25000">
                <a:srgbClr val="472D9A"/>
              </a:gs>
              <a:gs pos="33333">
                <a:srgbClr val="5732B5"/>
              </a:gs>
              <a:gs pos="41667">
                <a:srgbClr val="6936D1"/>
              </a:gs>
              <a:gs pos="50000">
                <a:srgbClr val="7C3AED"/>
              </a:gs>
              <a:gs pos="58333">
                <a:srgbClr val="9542E7"/>
              </a:gs>
              <a:gs pos="66667">
                <a:srgbClr val="AC4ADF"/>
              </a:gs>
              <a:gs pos="75000">
                <a:srgbClr val="C153D5"/>
              </a:gs>
              <a:gs pos="83333">
                <a:srgbClr val="D55CCB"/>
              </a:gs>
              <a:gs pos="91667">
                <a:srgbClr val="E566C0"/>
              </a:gs>
              <a:gs pos="100000">
                <a:srgbClr val="F472B6"/>
              </a:gs>
            </a:gsLst>
            <a:lin ang="4200000" scaled="0"/>
          </a:gradFill>
          <a:xfrm>
            <a:off x="10267950" y="4953000"/>
            <a:ext cx="1019175" cy="101917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9191625" y="6219825"/>
            <a:ext cx="845493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mask.mosaic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55411" y="6515100"/>
            <a:ext cx="155078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05 / 10 · MEDIA MASKS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0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85800" y="609600"/>
            <a:ext cx="10820400" cy="4667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819150"/>
            <a:ext cx="14138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atoms · axis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99667" y="609600"/>
            <a:ext cx="885140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5F5F7"/>
                </a:solidFill>
                <a:latin typeface="Inter"/>
              </a:rPr>
              <a:t>Decorative tokens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1071" y="819150"/>
            <a:ext cx="5551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06 / 10</a:t>
            </a:r>
          </a:p>
        </p:txBody>
      </p:sp>
      <p:sp>
        <p:nvSpPr>
          <p:cNvPr id="7" name="Oval 6"/>
          <p:cNvSpPr/>
          <p:nvPr/>
        </p:nvSpPr>
        <p:spPr>
          <a:xfrm>
            <a:off x="4460081" y="2081212"/>
            <a:ext cx="533400" cy="533400"/>
          </a:xfrm>
          <a:prstGeom prst="ellipse">
            <a:avLst/>
          </a:prstGeom>
          <a:noFill/>
          <a:ln w="14288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4593431" y="2214562"/>
            <a:ext cx="266700" cy="266700"/>
          </a:xfrm>
          <a:prstGeom prst="ellipse">
            <a:avLst/>
          </a:prstGeom>
          <a:noFill/>
          <a:ln w="14288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Connector 8"/>
          <p:cNvCxnSpPr/>
          <p:nvPr/>
        </p:nvCxnSpPr>
        <p:spPr>
          <a:xfrm>
            <a:off x="4345781" y="2347912"/>
            <a:ext cx="762000" cy="0"/>
          </a:xfrm>
          <a:prstGeom prst="line">
            <a:avLst/>
          </a:prstGeom>
          <a:ln w="14288">
            <a:solidFill>
              <a:srgbClr val="F472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726781" y="1966912"/>
            <a:ext cx="0" cy="762000"/>
          </a:xfrm>
          <a:prstGeom prst="line">
            <a:avLst/>
          </a:prstGeom>
          <a:ln w="14288">
            <a:solidFill>
              <a:srgbClr val="F472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698206" y="2319338"/>
            <a:ext cx="57150" cy="5715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Connector 11"/>
          <p:cNvCxnSpPr/>
          <p:nvPr/>
        </p:nvCxnSpPr>
        <p:spPr>
          <a:xfrm>
            <a:off x="6512719" y="2347912"/>
            <a:ext cx="1905000" cy="0"/>
          </a:xfrm>
          <a:prstGeom prst="line">
            <a:avLst/>
          </a:prstGeom>
          <a:ln w="9525">
            <a:solidFill>
              <a:srgbClr val="A1A1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512719" y="2290762"/>
            <a:ext cx="0" cy="114300"/>
          </a:xfrm>
          <a:prstGeom prst="line">
            <a:avLst/>
          </a:prstGeom>
          <a:ln w="14288">
            <a:solidFill>
              <a:srgbClr val="A1A1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988969" y="2309812"/>
            <a:ext cx="0" cy="76200"/>
          </a:xfrm>
          <a:prstGeom prst="line">
            <a:avLst/>
          </a:prstGeom>
          <a:ln w="9525">
            <a:solidFill>
              <a:srgbClr val="A1A1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465219" y="2309812"/>
            <a:ext cx="0" cy="76200"/>
          </a:xfrm>
          <a:prstGeom prst="line">
            <a:avLst/>
          </a:prstGeom>
          <a:ln w="9525">
            <a:solidFill>
              <a:srgbClr val="A1A1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41469" y="2309812"/>
            <a:ext cx="0" cy="76200"/>
          </a:xfrm>
          <a:prstGeom prst="line">
            <a:avLst/>
          </a:prstGeom>
          <a:ln w="9525">
            <a:solidFill>
              <a:srgbClr val="A1A1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417719" y="2290762"/>
            <a:ext cx="0" cy="114300"/>
          </a:xfrm>
          <a:prstGeom prst="line">
            <a:avLst/>
          </a:prstGeom>
          <a:ln w="14288">
            <a:solidFill>
              <a:srgbClr val="A1A1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12719" y="2450782"/>
            <a:ext cx="76200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1" i="0">
                <a:solidFill>
                  <a:srgbClr val="71717A"/>
                </a:solidFill>
                <a:latin typeface="Inter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2469" y="2450782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1" i="0">
                <a:solidFill>
                  <a:srgbClr val="71717A"/>
                </a:solidFill>
                <a:latin typeface="Inter"/>
              </a:rPr>
              <a:t>100</a:t>
            </a:r>
          </a:p>
        </p:txBody>
      </p:sp>
      <p:sp>
        <p:nvSpPr>
          <p:cNvPr id="20" name="Oval 19"/>
          <p:cNvSpPr/>
          <p:nvPr/>
        </p:nvSpPr>
        <p:spPr>
          <a:xfrm>
            <a:off x="9670256" y="4357688"/>
            <a:ext cx="1066800" cy="1066800"/>
          </a:xfrm>
          <a:prstGeom prst="ellipse">
            <a:avLst/>
          </a:prstGeom>
          <a:noFill/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9784556" y="4471988"/>
            <a:ext cx="838200" cy="838200"/>
          </a:xfrm>
          <a:prstGeom prst="ellipse">
            <a:avLst/>
          </a:prstGeom>
          <a:noFill/>
          <a:ln w="9525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9965293" y="4753928"/>
            <a:ext cx="476726" cy="1547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>
                <a:solidFill>
                  <a:srgbClr val="F472B6"/>
                </a:solidFill>
                <a:latin typeface="Inter"/>
              </a:rPr>
              <a:t>SHIPPED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44338" y="4940618"/>
            <a:ext cx="518636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472B6"/>
                </a:solidFill>
                <a:latin typeface="Inter"/>
              </a:rPr>
              <a:t>2026 · Q2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0466" y="6515100"/>
            <a:ext cx="20657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06 / 10 · DECORATIVE TOKENS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0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85800" y="609600"/>
            <a:ext cx="10820400" cy="4667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819150"/>
            <a:ext cx="14138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atoms · axis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99667" y="609600"/>
            <a:ext cx="885140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5F5F7"/>
                </a:solidFill>
                <a:latin typeface="Inter"/>
              </a:rPr>
              <a:t>Data primitives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1071" y="819150"/>
            <a:ext cx="5551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07 / 10</a:t>
            </a:r>
          </a:p>
        </p:txBody>
      </p:sp>
      <p:sp>
        <p:nvSpPr>
          <p:cNvPr id="7" name="Oval 6"/>
          <p:cNvSpPr/>
          <p:nvPr/>
        </p:nvSpPr>
        <p:spPr>
          <a:xfrm>
            <a:off x="1569244" y="1695450"/>
            <a:ext cx="838200" cy="838200"/>
          </a:xfrm>
          <a:prstGeom prst="ellipse">
            <a:avLst/>
          </a:prstGeom>
          <a:noFill/>
          <a:ln w="85725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1569244" y="1695450"/>
            <a:ext cx="838200" cy="838200"/>
          </a:xfrm>
          <a:prstGeom prst="ellipse">
            <a:avLst/>
          </a:prstGeom>
          <a:noFill/>
          <a:ln w="8572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873091" y="1998865"/>
            <a:ext cx="230505" cy="2619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50" b="1" i="0">
                <a:solidFill>
                  <a:srgbClr val="F5F5F7"/>
                </a:solidFill>
                <a:latin typeface="Inter"/>
              </a:rPr>
              <a:t>75</a:t>
            </a:r>
          </a:p>
        </p:txBody>
      </p:sp>
      <p:sp>
        <p:nvSpPr>
          <p:cNvPr id="10" name="Freeform 9"/>
          <p:cNvSpPr/>
          <p:nvPr/>
        </p:nvSpPr>
        <p:spPr>
          <a:xfrm>
            <a:off x="3895509" y="1750868"/>
            <a:ext cx="1662545" cy="83127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0" y="45142"/>
                  <a:pt x="22571" y="0"/>
                  <a:pt x="50000" y="0"/>
                </a:cubicBezTo>
                <a:cubicBezTo>
                  <a:pt x="77429" y="0"/>
                  <a:pt x="100000" y="45142"/>
                  <a:pt x="100000" y="100000"/>
                </a:cubicBezTo>
              </a:path>
            </a:pathLst>
          </a:custGeom>
          <a:noFill/>
          <a:ln w="133350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3892828" y="1705789"/>
            <a:ext cx="1249590" cy="87635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15" y="100000"/>
                </a:moveTo>
                <a:cubicBezTo>
                  <a:pt x="0" y="66002"/>
                  <a:pt x="12620" y="34343"/>
                  <a:pt x="33216" y="17212"/>
                </a:cubicBezTo>
                <a:cubicBezTo>
                  <a:pt x="53812" y="81"/>
                  <a:pt x="79351" y="0"/>
                  <a:pt x="100000" y="17001"/>
                </a:cubicBezTo>
              </a:path>
            </a:pathLst>
          </a:custGeom>
          <a:noFill/>
          <a:ln w="1333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5085268" y="1797627"/>
            <a:ext cx="114300" cy="1143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6343650" y="1788275"/>
            <a:ext cx="2243138" cy="530196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3636" y="80769"/>
                </a:lnTo>
                <a:lnTo>
                  <a:pt x="27273" y="90385"/>
                </a:lnTo>
                <a:lnTo>
                  <a:pt x="40909" y="42308"/>
                </a:lnTo>
                <a:lnTo>
                  <a:pt x="54545" y="57692"/>
                </a:lnTo>
                <a:lnTo>
                  <a:pt x="68182" y="19231"/>
                </a:lnTo>
                <a:lnTo>
                  <a:pt x="81818" y="30769"/>
                </a:lnTo>
                <a:lnTo>
                  <a:pt x="100000" y="0"/>
                </a:lnTo>
              </a:path>
            </a:pathLst>
          </a:custGeom>
          <a:noFill/>
          <a:ln w="285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8548688" y="1750175"/>
            <a:ext cx="76200" cy="762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9082088" y="2216511"/>
            <a:ext cx="142745" cy="30588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9286009" y="2114550"/>
            <a:ext cx="142745" cy="407843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9489931" y="2155334"/>
            <a:ext cx="142745" cy="367059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9693852" y="1931021"/>
            <a:ext cx="142745" cy="591373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9897774" y="2032981"/>
            <a:ext cx="142745" cy="48941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10101695" y="1849452"/>
            <a:ext cx="142745" cy="672941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0305617" y="1910628"/>
            <a:ext cx="142745" cy="611765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10509539" y="1767883"/>
            <a:ext cx="142745" cy="75451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10713460" y="1890236"/>
            <a:ext cx="142745" cy="632157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10917382" y="1727099"/>
            <a:ext cx="142745" cy="795294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/>
          <p:cNvSpPr/>
          <p:nvPr/>
        </p:nvSpPr>
        <p:spPr>
          <a:xfrm>
            <a:off x="685800" y="3362325"/>
            <a:ext cx="2605088" cy="1981200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828675" y="3467100"/>
            <a:ext cx="913656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data.heatmap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6775" y="3543300"/>
            <a:ext cx="22431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heatmap · 8×4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6775" y="3900488"/>
            <a:ext cx="255389" cy="133350"/>
          </a:xfrm>
          <a:prstGeom prst="round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ounded Rectangle 28"/>
          <p:cNvSpPr/>
          <p:nvPr/>
        </p:nvSpPr>
        <p:spPr>
          <a:xfrm>
            <a:off x="1150739" y="3900488"/>
            <a:ext cx="255389" cy="13335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ounded Rectangle 29"/>
          <p:cNvSpPr/>
          <p:nvPr/>
        </p:nvSpPr>
        <p:spPr>
          <a:xfrm>
            <a:off x="1434703" y="3900488"/>
            <a:ext cx="255389" cy="133350"/>
          </a:xfrm>
          <a:prstGeom prst="round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ounded Rectangle 30"/>
          <p:cNvSpPr/>
          <p:nvPr/>
        </p:nvSpPr>
        <p:spPr>
          <a:xfrm>
            <a:off x="1718667" y="3900488"/>
            <a:ext cx="255389" cy="13335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/>
          <p:cNvSpPr/>
          <p:nvPr/>
        </p:nvSpPr>
        <p:spPr>
          <a:xfrm>
            <a:off x="2002631" y="3900488"/>
            <a:ext cx="255389" cy="133350"/>
          </a:xfrm>
          <a:prstGeom prst="round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2286595" y="3900488"/>
            <a:ext cx="255389" cy="13335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/>
          <p:cNvSpPr/>
          <p:nvPr/>
        </p:nvSpPr>
        <p:spPr>
          <a:xfrm>
            <a:off x="2570559" y="3900488"/>
            <a:ext cx="255389" cy="133350"/>
          </a:xfrm>
          <a:prstGeom prst="round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ounded Rectangle 34"/>
          <p:cNvSpPr/>
          <p:nvPr/>
        </p:nvSpPr>
        <p:spPr>
          <a:xfrm>
            <a:off x="2854523" y="3900488"/>
            <a:ext cx="255389" cy="133350"/>
          </a:xfrm>
          <a:prstGeom prst="round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xfrm>
            <a:off x="866775" y="4062412"/>
            <a:ext cx="255389" cy="13335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/>
          <p:cNvSpPr/>
          <p:nvPr/>
        </p:nvSpPr>
        <p:spPr>
          <a:xfrm>
            <a:off x="1150739" y="4062412"/>
            <a:ext cx="255389" cy="133350"/>
          </a:xfrm>
          <a:prstGeom prst="round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1434703" y="4062412"/>
            <a:ext cx="255389" cy="13335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ounded Rectangle 38"/>
          <p:cNvSpPr/>
          <p:nvPr/>
        </p:nvSpPr>
        <p:spPr>
          <a:xfrm>
            <a:off x="1718667" y="4062412"/>
            <a:ext cx="255389" cy="13335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/>
          <p:cNvSpPr/>
          <p:nvPr/>
        </p:nvSpPr>
        <p:spPr>
          <a:xfrm>
            <a:off x="2002631" y="4062412"/>
            <a:ext cx="255389" cy="13335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ounded Rectangle 40"/>
          <p:cNvSpPr/>
          <p:nvPr/>
        </p:nvSpPr>
        <p:spPr>
          <a:xfrm>
            <a:off x="2286595" y="4062412"/>
            <a:ext cx="255389" cy="133350"/>
          </a:xfrm>
          <a:prstGeom prst="round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ounded Rectangle 41"/>
          <p:cNvSpPr/>
          <p:nvPr/>
        </p:nvSpPr>
        <p:spPr>
          <a:xfrm>
            <a:off x="2570559" y="4062412"/>
            <a:ext cx="255389" cy="13335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ounded Rectangle 42"/>
          <p:cNvSpPr/>
          <p:nvPr/>
        </p:nvSpPr>
        <p:spPr>
          <a:xfrm>
            <a:off x="2854523" y="4062412"/>
            <a:ext cx="255389" cy="133350"/>
          </a:xfrm>
          <a:prstGeom prst="round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ounded Rectangle 43"/>
          <p:cNvSpPr/>
          <p:nvPr/>
        </p:nvSpPr>
        <p:spPr>
          <a:xfrm>
            <a:off x="866775" y="4224338"/>
            <a:ext cx="255389" cy="133350"/>
          </a:xfrm>
          <a:prstGeom prst="round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ounded Rectangle 44"/>
          <p:cNvSpPr/>
          <p:nvPr/>
        </p:nvSpPr>
        <p:spPr>
          <a:xfrm>
            <a:off x="1150739" y="4224338"/>
            <a:ext cx="255389" cy="13335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ounded Rectangle 45"/>
          <p:cNvSpPr/>
          <p:nvPr/>
        </p:nvSpPr>
        <p:spPr>
          <a:xfrm>
            <a:off x="1434703" y="4224338"/>
            <a:ext cx="255389" cy="13335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ounded Rectangle 46"/>
          <p:cNvSpPr/>
          <p:nvPr/>
        </p:nvSpPr>
        <p:spPr>
          <a:xfrm>
            <a:off x="1718667" y="4224338"/>
            <a:ext cx="255389" cy="13335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ounded Rectangle 47"/>
          <p:cNvSpPr/>
          <p:nvPr/>
        </p:nvSpPr>
        <p:spPr>
          <a:xfrm>
            <a:off x="2002631" y="4224338"/>
            <a:ext cx="255389" cy="13335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ounded Rectangle 48"/>
          <p:cNvSpPr/>
          <p:nvPr/>
        </p:nvSpPr>
        <p:spPr>
          <a:xfrm>
            <a:off x="2286595" y="4224338"/>
            <a:ext cx="255389" cy="133350"/>
          </a:xfrm>
          <a:prstGeom prst="round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ounded Rectangle 49"/>
          <p:cNvSpPr/>
          <p:nvPr/>
        </p:nvSpPr>
        <p:spPr>
          <a:xfrm>
            <a:off x="2570559" y="4224338"/>
            <a:ext cx="255389" cy="13335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ounded Rectangle 50"/>
          <p:cNvSpPr/>
          <p:nvPr/>
        </p:nvSpPr>
        <p:spPr>
          <a:xfrm>
            <a:off x="2854523" y="4224338"/>
            <a:ext cx="255389" cy="133350"/>
          </a:xfrm>
          <a:prstGeom prst="round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ounded Rectangle 51"/>
          <p:cNvSpPr/>
          <p:nvPr/>
        </p:nvSpPr>
        <p:spPr>
          <a:xfrm>
            <a:off x="866775" y="4386262"/>
            <a:ext cx="255389" cy="133350"/>
          </a:xfrm>
          <a:prstGeom prst="round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1150739" y="4386262"/>
            <a:ext cx="255389" cy="13335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ounded Rectangle 53"/>
          <p:cNvSpPr/>
          <p:nvPr/>
        </p:nvSpPr>
        <p:spPr>
          <a:xfrm>
            <a:off x="1434703" y="4386262"/>
            <a:ext cx="255389" cy="13335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ounded Rectangle 54"/>
          <p:cNvSpPr/>
          <p:nvPr/>
        </p:nvSpPr>
        <p:spPr>
          <a:xfrm>
            <a:off x="1718667" y="4386262"/>
            <a:ext cx="255389" cy="13335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ounded Rectangle 55"/>
          <p:cNvSpPr/>
          <p:nvPr/>
        </p:nvSpPr>
        <p:spPr>
          <a:xfrm>
            <a:off x="2002631" y="4386262"/>
            <a:ext cx="255389" cy="133350"/>
          </a:xfrm>
          <a:prstGeom prst="round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ounded Rectangle 56"/>
          <p:cNvSpPr/>
          <p:nvPr/>
        </p:nvSpPr>
        <p:spPr>
          <a:xfrm>
            <a:off x="2286595" y="4386262"/>
            <a:ext cx="255389" cy="13335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ounded Rectangle 57"/>
          <p:cNvSpPr/>
          <p:nvPr/>
        </p:nvSpPr>
        <p:spPr>
          <a:xfrm>
            <a:off x="2570559" y="4386262"/>
            <a:ext cx="255389" cy="133350"/>
          </a:xfrm>
          <a:prstGeom prst="round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ounded Rectangle 58"/>
          <p:cNvSpPr/>
          <p:nvPr/>
        </p:nvSpPr>
        <p:spPr>
          <a:xfrm>
            <a:off x="2854523" y="4386262"/>
            <a:ext cx="255389" cy="133350"/>
          </a:xfrm>
          <a:prstGeom prst="round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866775" y="4857750"/>
            <a:ext cx="2243138" cy="3048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5F5F7"/>
                </a:solidFill>
                <a:latin typeface="Inter"/>
              </a:rPr>
              <a:t>28 dau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67112" y="3467100"/>
            <a:ext cx="2281238" cy="169545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62" name="TextBox 61"/>
          <p:cNvSpPr txBox="1"/>
          <p:nvPr/>
        </p:nvSpPr>
        <p:spPr>
          <a:xfrm>
            <a:off x="3567112" y="3467100"/>
            <a:ext cx="98167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data.kpi-delta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05212" y="3543300"/>
            <a:ext cx="22431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kpi · delta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05212" y="4119562"/>
            <a:ext cx="943273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2.4M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05635" y="4329112"/>
            <a:ext cx="226368" cy="266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1" i="0" u="none">
                <a:solidFill>
                  <a:srgbClr val="34D399"/>
                </a:solidFill>
                <a:latin typeface="Inter"/>
              </a:rPr>
              <a:t>▲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89153" y="4386262"/>
            <a:ext cx="586383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34D399"/>
                </a:solidFill>
                <a:latin typeface="Inter"/>
              </a:rPr>
              <a:t>+18.2%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05212" y="5048250"/>
            <a:ext cx="22431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vs Q1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5550" y="3467100"/>
            <a:ext cx="5886450" cy="169545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6305550" y="3467100"/>
            <a:ext cx="794593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data.ticker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43650" y="3543300"/>
            <a:ext cx="498157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ticker · live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43650" y="5019675"/>
            <a:ext cx="96649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SHIP </a:t>
            </a:r>
            <a:r>
              <a:rPr sz="975" b="1" i="0" u="none">
                <a:solidFill>
                  <a:srgbClr val="34D399"/>
                </a:solidFill>
                <a:latin typeface="Inter"/>
              </a:rPr>
              <a:t>▲ 2,184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81590" y="5019675"/>
            <a:ext cx="89520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STAR </a:t>
            </a:r>
            <a:r>
              <a:rPr sz="975" b="1" i="0" u="none">
                <a:solidFill>
                  <a:srgbClr val="34D399"/>
                </a:solidFill>
                <a:latin typeface="Inter"/>
              </a:rPr>
              <a:t>▲ 14k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48241" y="5019675"/>
            <a:ext cx="63951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BUG </a:t>
            </a:r>
            <a:r>
              <a:rPr sz="975" b="1" i="0" u="none">
                <a:solidFill>
                  <a:srgbClr val="F472B6"/>
                </a:solidFill>
                <a:latin typeface="Inter"/>
              </a:rPr>
              <a:t>▼ 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359205" y="5019675"/>
            <a:ext cx="95369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NET </a:t>
            </a:r>
            <a:r>
              <a:rPr sz="975" b="1" i="0" u="none">
                <a:solidFill>
                  <a:srgbClr val="34D399"/>
                </a:solidFill>
                <a:latin typeface="Inter"/>
              </a:rPr>
              <a:t>▲ 99.8%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484346" y="5019675"/>
            <a:ext cx="82644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LAT </a:t>
            </a:r>
            <a:r>
              <a:rPr sz="975" b="1" i="0" u="none">
                <a:solidFill>
                  <a:srgbClr val="34D399"/>
                </a:solidFill>
                <a:latin typeface="Inter"/>
              </a:rPr>
              <a:t>▲ 2.4s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482239" y="5019675"/>
            <a:ext cx="70976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ARR </a:t>
            </a:r>
            <a:r>
              <a:rPr sz="975" b="1" i="0" u="none">
                <a:solidFill>
                  <a:srgbClr val="34D399"/>
                </a:solidFill>
                <a:latin typeface="Inter"/>
              </a:rPr>
              <a:t>▲ 14.2M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8675" y="5581650"/>
            <a:ext cx="5019675" cy="62865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78" name="TextBox 77"/>
          <p:cNvSpPr txBox="1"/>
          <p:nvPr/>
        </p:nvSpPr>
        <p:spPr>
          <a:xfrm>
            <a:off x="828675" y="5581650"/>
            <a:ext cx="1143595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data.logo-cloud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6775" y="5657850"/>
            <a:ext cx="498157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logo cloud · trusted by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6775" y="5772150"/>
            <a:ext cx="422523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A1A1AA"/>
                </a:solidFill>
                <a:latin typeface="Inter"/>
              </a:rPr>
              <a:t>vercel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460748" y="5772150"/>
            <a:ext cx="388441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A1A1AA"/>
                </a:solidFill>
                <a:latin typeface="Inter"/>
              </a:rPr>
              <a:t>linear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020639" y="5786438"/>
            <a:ext cx="56614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stripe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758232" y="5786438"/>
            <a:ext cx="60052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notion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530203" y="5772150"/>
            <a:ext cx="456158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A1A1AA"/>
                </a:solidFill>
                <a:latin typeface="Inter"/>
              </a:rPr>
              <a:t>cursor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157811" y="5772150"/>
            <a:ext cx="512564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A1A1AA"/>
                </a:solidFill>
                <a:latin typeface="Inter"/>
              </a:rPr>
              <a:t>raycast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41825" y="5786438"/>
            <a:ext cx="83745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supabase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66775" y="6038850"/>
            <a:ext cx="481608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A1A1AA"/>
                </a:solidFill>
                <a:latin typeface="Inter"/>
              </a:rPr>
              <a:t>resend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58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726662" y="6515100"/>
            <a:ext cx="17795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07 / 10 · DATA PRIMITIVES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020617"/>
              </a:gs>
              <a:gs pos="16667">
                <a:srgbClr val="04091F"/>
              </a:gs>
              <a:gs pos="33333">
                <a:srgbClr val="070D28"/>
              </a:gs>
              <a:gs pos="50000">
                <a:srgbClr val="0C1030"/>
              </a:gs>
              <a:gs pos="66667">
                <a:srgbClr val="111439"/>
              </a:gs>
              <a:gs pos="83333">
                <a:srgbClr val="181842"/>
              </a:gs>
              <a:gs pos="100000">
                <a:srgbClr val="1E1B4B"/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85800" y="609600"/>
            <a:ext cx="10820400" cy="4667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819150"/>
            <a:ext cx="14138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atoms · axis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99667" y="609600"/>
            <a:ext cx="885140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5F5F7"/>
                </a:solidFill>
                <a:latin typeface="Inter"/>
              </a:rPr>
              <a:t>Motion implication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1071" y="819150"/>
            <a:ext cx="5551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08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675" y="1371600"/>
            <a:ext cx="3575000" cy="22193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828675" y="1371600"/>
            <a:ext cx="840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motion.echo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675" y="1676400"/>
            <a:ext cx="1629817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 u="none">
                <a:solidFill>
                  <a:srgbClr val="A78BFA"/>
                </a:solidFill>
                <a:latin typeface="Inter"/>
              </a:rPr>
              <a:t>RUSH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125" y="1676400"/>
            <a:ext cx="1629817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 u="none">
                <a:solidFill>
                  <a:srgbClr val="A78BFA"/>
                </a:solidFill>
                <a:latin typeface="Inter"/>
              </a:rPr>
              <a:t>RUSH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2475" y="1676400"/>
            <a:ext cx="1629817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 u="none">
                <a:solidFill>
                  <a:srgbClr val="A78BFA"/>
                </a:solidFill>
                <a:latin typeface="Inter"/>
              </a:rPr>
              <a:t>RUSH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6775" y="1676400"/>
            <a:ext cx="1629817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 u="none">
                <a:solidFill>
                  <a:srgbClr val="FFFFFF"/>
                </a:solidFill>
                <a:latin typeface="Inter"/>
              </a:rPr>
              <a:t>RUSH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6775" y="3476625"/>
            <a:ext cx="31559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echo · ghost-stack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7000" y="1266825"/>
            <a:ext cx="3517850" cy="2505075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4479875" y="1371600"/>
            <a:ext cx="1059656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motion.shutter</a:t>
            </a:r>
          </a:p>
        </p:txBody>
      </p:sp>
      <p:sp>
        <p:nvSpPr>
          <p:cNvPr id="16" name="Rectangle 15"/>
          <p:cNvSpPr/>
          <p:nvPr/>
        </p:nvSpPr>
        <p:spPr>
          <a:gradFill flip="none" rotWithShape="1">
            <a:gsLst>
              <a:gs pos="0">
                <a:srgbClr val="FFFFFF">
                  <a:alpha val="10000"/>
                </a:srgbClr>
              </a:gs>
              <a:gs pos="100000">
                <a:srgbClr val="FFFFFF">
                  <a:alpha val="10000"/>
                </a:srgbClr>
              </a:gs>
            </a:gsLst>
            <a:lin ang="0" scaled="0"/>
          </a:gradFill>
          <a:xfrm>
            <a:off x="4517975" y="1447800"/>
            <a:ext cx="3155900" cy="1143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4689425" y="1757362"/>
            <a:ext cx="2031057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FFFFF"/>
                </a:solidFill>
                <a:latin typeface="Inter"/>
              </a:rPr>
              <a:t>SHUTTER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975" y="3476625"/>
            <a:ext cx="31559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shutter · stripes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23200" y="1809750"/>
            <a:ext cx="1714500" cy="0"/>
          </a:xfrm>
          <a:prstGeom prst="line">
            <a:avLst/>
          </a:prstGeom>
          <a:ln w="19050">
            <a:solidFill>
              <a:srgbClr val="F472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604200" y="2000250"/>
            <a:ext cx="1714500" cy="0"/>
          </a:xfrm>
          <a:prstGeom prst="line">
            <a:avLst/>
          </a:prstGeom>
          <a:ln w="19050">
            <a:solidFill>
              <a:srgbClr val="F472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223200" y="2190750"/>
            <a:ext cx="2476500" cy="0"/>
          </a:xfrm>
          <a:prstGeom prst="line">
            <a:avLst/>
          </a:prstGeom>
          <a:ln w="285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985200" y="2381250"/>
            <a:ext cx="1524000" cy="0"/>
          </a:xfrm>
          <a:prstGeom prst="line">
            <a:avLst/>
          </a:prstGeom>
          <a:ln w="19050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413700" y="2571750"/>
            <a:ext cx="1714500" cy="0"/>
          </a:xfrm>
          <a:prstGeom prst="line">
            <a:avLst/>
          </a:prstGeom>
          <a:ln w="19050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10756850" y="2057400"/>
            <a:ext cx="266700" cy="2667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 24"/>
          <p:cNvSpPr/>
          <p:nvPr/>
        </p:nvSpPr>
        <p:spPr>
          <a:xfrm>
            <a:off x="10794950" y="2000250"/>
            <a:ext cx="152400" cy="114300"/>
          </a:xfrm>
          <a:custGeom>
            <a:avLst/>
            <a:gdLst/>
            <a:ahLst/>
            <a:cxnLst/>
            <a:rect l="l" t="t" r="r" b="b"/>
            <a:pathLst>
              <a:path w="152400" h="114300">
                <a:moveTo>
                  <a:pt x="0" y="114300"/>
                </a:moveTo>
                <a:lnTo>
                  <a:pt x="152400" y="114300"/>
                </a:lnTo>
                <a:lnTo>
                  <a:pt x="95250" y="0"/>
                </a:lnTo>
                <a:close/>
              </a:path>
            </a:pathLst>
          </a:cu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1068363" y="4348162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1454125" y="4636294"/>
            <a:ext cx="28575" cy="285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/>
          <p:cNvSpPr/>
          <p:nvPr/>
        </p:nvSpPr>
        <p:spPr>
          <a:xfrm>
            <a:off x="1849413" y="4348162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2239938" y="4933950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/>
          <p:cNvSpPr/>
          <p:nvPr/>
        </p:nvSpPr>
        <p:spPr>
          <a:xfrm>
            <a:off x="2620938" y="4436269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3020988" y="4738688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3406750" y="5124450"/>
            <a:ext cx="28575" cy="285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3802038" y="4543425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1263625" y="5324475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1649388" y="5710238"/>
            <a:ext cx="28575" cy="285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/>
          <p:cNvSpPr/>
          <p:nvPr/>
        </p:nvSpPr>
        <p:spPr>
          <a:xfrm>
            <a:off x="2044675" y="5519738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2425675" y="5900738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2825725" y="5324475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3211488" y="5710238"/>
            <a:ext cx="28575" cy="285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3606775" y="5910262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1167899" y="4935855"/>
            <a:ext cx="15240" cy="152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1558424" y="5131118"/>
            <a:ext cx="15240" cy="152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1948949" y="4740592"/>
            <a:ext cx="15240" cy="152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2339474" y="5326380"/>
            <a:ext cx="15240" cy="152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2729999" y="5131118"/>
            <a:ext cx="15240" cy="152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2139925" y="4833938"/>
            <a:ext cx="609600" cy="609600"/>
          </a:xfrm>
          <a:prstGeom prst="ellipse">
            <a:avLst/>
          </a:prstGeom>
          <a:noFill/>
          <a:ln w="14288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2387575" y="5081588"/>
            <a:ext cx="114300" cy="11430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4489194" y="4257675"/>
            <a:ext cx="3213462" cy="40957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9" name="TextBox 48"/>
          <p:cNvSpPr txBox="1"/>
          <p:nvPr/>
        </p:nvSpPr>
        <p:spPr>
          <a:xfrm>
            <a:off x="4479875" y="4010025"/>
            <a:ext cx="1092994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motion.marquee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14794" y="4257675"/>
            <a:ext cx="953656" cy="4095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50" b="1" i="0" u="none">
                <a:solidFill>
                  <a:srgbClr val="F472B6"/>
                </a:solidFill>
                <a:latin typeface="Inter"/>
              </a:rPr>
              <a:t>FAST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52611" y="4257675"/>
            <a:ext cx="953656" cy="4095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50" b="1" i="0" u="none">
                <a:solidFill>
                  <a:srgbClr val="F472B6"/>
                </a:solidFill>
                <a:latin typeface="Inter"/>
              </a:rPr>
              <a:t>FAST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790429" y="4257675"/>
            <a:ext cx="953656" cy="4095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50" b="1" i="0" u="none">
                <a:solidFill>
                  <a:srgbClr val="F472B6"/>
                </a:solidFill>
                <a:latin typeface="Inter"/>
              </a:rPr>
              <a:t>FAST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17975" y="6115050"/>
            <a:ext cx="31559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marquee · skewed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1076" y="4010025"/>
            <a:ext cx="3194149" cy="22193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8131076" y="4010025"/>
            <a:ext cx="997744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motion.kinetic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69176" y="4124325"/>
            <a:ext cx="415975" cy="704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 u="none">
                <a:solidFill>
                  <a:srgbClr val="A78BFA"/>
                </a:solidFill>
                <a:latin typeface="Inter"/>
              </a:rPr>
              <a:t>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85150" y="4191000"/>
            <a:ext cx="145107" cy="704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 u="none">
                <a:solidFill>
                  <a:srgbClr val="BFA6FB"/>
                </a:solidFill>
                <a:latin typeface="Inter"/>
              </a:rPr>
              <a:t>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30258" y="4257675"/>
            <a:ext cx="382339" cy="704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 u="none">
                <a:solidFill>
                  <a:srgbClr val="F472B6"/>
                </a:solidFill>
                <a:latin typeface="Inter"/>
              </a:rPr>
              <a:t>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12597" y="4324350"/>
            <a:ext cx="382339" cy="704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 u="none">
                <a:solidFill>
                  <a:srgbClr val="FB923C"/>
                </a:solidFill>
                <a:latin typeface="Inter"/>
              </a:rPr>
              <a:t>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494937" y="4391025"/>
            <a:ext cx="145107" cy="704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 u="none">
                <a:solidFill>
                  <a:srgbClr val="FACC15"/>
                </a:solidFill>
                <a:latin typeface="Inter"/>
              </a:rPr>
              <a:t>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69176" y="6115050"/>
            <a:ext cx="315604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kinetic baseline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58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43145" y="6515100"/>
            <a:ext cx="206305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08 / 10 · MOTION IMPLICATION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0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85800" y="609600"/>
            <a:ext cx="10820400" cy="4667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819150"/>
            <a:ext cx="14138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atoms · axis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99667" y="609600"/>
            <a:ext cx="885140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5F5F7"/>
                </a:solidFill>
                <a:latin typeface="Inter"/>
              </a:rPr>
              <a:t>UI mocks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1071" y="819150"/>
            <a:ext cx="5551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09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247775"/>
            <a:ext cx="6245126" cy="3693319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828675" y="1352550"/>
            <a:ext cx="1316534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ui.browser-chrome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4875" y="1619250"/>
            <a:ext cx="5806976" cy="1724025"/>
          </a:xfrm>
          <a:prstGeom prst="roundRect">
            <a:avLst/>
          </a:prstGeom>
          <a:solidFill>
            <a:srgbClr val="0A0A1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914400" y="1628775"/>
            <a:ext cx="5787926" cy="371475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1028700" y="1757362"/>
            <a:ext cx="104775" cy="104775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1209675" y="1757362"/>
            <a:ext cx="104775" cy="104775"/>
          </a:xfrm>
          <a:prstGeom prst="ellipse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1390650" y="1757362"/>
            <a:ext cx="104775" cy="104775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1571625" y="1704975"/>
            <a:ext cx="1003004" cy="209550"/>
          </a:xfrm>
          <a:prstGeom prst="rect">
            <a:avLst/>
          </a:prstGeom>
          <a:solidFill>
            <a:srgbClr val="0A0A14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slidify.sh / atoms</a:t>
            </a:r>
          </a:p>
        </p:txBody>
      </p:sp>
      <p:sp>
        <p:nvSpPr>
          <p:cNvPr id="15" name="TextBox 14"/>
          <p:cNvSpPr txBox="1"/>
          <p:nvPr/>
        </p:nvSpPr>
        <p:spPr>
          <a:gradFill flip="none" rotWithShape="1">
            <a:gsLst>
              <a:gs pos="0">
                <a:srgbClr val="1E1B4B"/>
              </a:gs>
              <a:gs pos="16667">
                <a:srgbClr val="211E54"/>
              </a:gs>
              <a:gs pos="33333">
                <a:srgbClr val="24215C"/>
              </a:gs>
              <a:gs pos="50000">
                <a:srgbClr val="282465"/>
              </a:gs>
              <a:gs pos="66667">
                <a:srgbClr val="2B276E"/>
              </a:gs>
              <a:gs pos="83333">
                <a:srgbClr val="2E2B78"/>
              </a:gs>
              <a:gs pos="100000">
                <a:srgbClr val="312E81"/>
              </a:gs>
            </a:gsLst>
            <a:lin ang="4200000" scaled="0"/>
          </a:gradFill>
          <a:xfrm>
            <a:off x="914400" y="2000250"/>
            <a:ext cx="5787926" cy="13335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FFFFFF"/>
                </a:solidFill>
                <a:latin typeface="Inter"/>
              </a:rPr>
              <a:t>slidify · atomic seed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4875" y="3495675"/>
            <a:ext cx="5806976" cy="1264444"/>
          </a:xfrm>
          <a:prstGeom prst="roundRect">
            <a:avLst/>
          </a:prstGeom>
          <a:solidFill>
            <a:srgbClr val="050510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914400" y="3505200"/>
            <a:ext cx="5787926" cy="266700"/>
          </a:xfrm>
          <a:prstGeom prst="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1028700" y="3581400"/>
            <a:ext cx="104775" cy="104775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1209675" y="3581400"/>
            <a:ext cx="104775" cy="104775"/>
          </a:xfrm>
          <a:prstGeom prst="ellipse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1390650" y="3581400"/>
            <a:ext cx="104775" cy="104775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1066800" y="3924300"/>
            <a:ext cx="2775942" cy="6578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Consolas"/>
              </a:rPr>
              <a:t># compose a deck from atoms</a:t>
            </a:r>
          </a:p>
          <a:p>
            <a:pPr algn="l"/>
            <a:r>
              <a:rPr sz="825" b="0" i="0" u="none">
                <a:solidFill>
                  <a:srgbClr val="C084FC"/>
                </a:solidFill>
                <a:latin typeface="Consolas"/>
              </a:rPr>
              <a:t>from</a:t>
            </a:r>
            <a:r>
              <a:rPr sz="825" b="0" i="0" u="none">
                <a:solidFill>
                  <a:srgbClr val="D4D4D8"/>
                </a:solidFill>
                <a:latin typeface="Consolas"/>
              </a:rPr>
              <a:t xml:space="preserve"> slidify </a:t>
            </a:r>
            <a:r>
              <a:rPr sz="825" b="0" i="0" u="none">
                <a:solidFill>
                  <a:srgbClr val="C084FC"/>
                </a:solidFill>
                <a:latin typeface="Consolas"/>
              </a:rPr>
              <a:t>import</a:t>
            </a:r>
            <a:r>
              <a:rPr sz="825" b="0" i="0" u="none">
                <a:solidFill>
                  <a:srgbClr val="D4D4D8"/>
                </a:solidFill>
                <a:latin typeface="Consolas"/>
              </a:rPr>
              <a:t xml:space="preserve"> convert</a:t>
            </a:r>
          </a:p>
          <a:p>
            <a:pPr algn="l"/>
            <a:r>
              <a:rPr sz="825" b="0" i="0" u="none">
                <a:solidFill>
                  <a:srgbClr val="D4D4D8"/>
                </a:solidFill>
                <a:latin typeface="Consolas"/>
              </a:rPr>
              <a:t xml:space="preserve">
          deck = atoms.compose(</a:t>
            </a:r>
            <a:r>
              <a:rPr sz="825" b="0" i="0" u="none">
                <a:solidFill>
                  <a:srgbClr val="FACC15"/>
                </a:solidFill>
                <a:latin typeface="Consolas"/>
              </a:rPr>
              <a:t>"hero"</a:t>
            </a:r>
            <a:r>
              <a:rPr sz="825" b="0" i="0" u="none">
                <a:solidFill>
                  <a:srgbClr val="D4D4D8"/>
                </a:solidFill>
                <a:latin typeface="Consolas"/>
              </a:rPr>
              <a:t xml:space="preserve">, </a:t>
            </a:r>
            <a:r>
              <a:rPr sz="825" b="0" i="0" u="none">
                <a:solidFill>
                  <a:srgbClr val="FACC15"/>
                </a:solidFill>
                <a:latin typeface="Consolas"/>
              </a:rPr>
              <a:t>"bento"</a:t>
            </a:r>
            <a:r>
              <a:rPr sz="825" b="0" i="0" u="none">
                <a:solidFill>
                  <a:srgbClr val="D4D4D8"/>
                </a:solidFill>
                <a:latin typeface="Consolas"/>
              </a:rPr>
              <a:t xml:space="preserve">, </a:t>
            </a:r>
            <a:r>
              <a:rPr sz="825" b="0" i="0" u="none">
                <a:solidFill>
                  <a:srgbClr val="FACC15"/>
                </a:solidFill>
                <a:latin typeface="Consolas"/>
              </a:rPr>
              <a:t>"cta"</a:t>
            </a:r>
            <a:r>
              <a:rPr sz="825" b="0" i="0" u="none">
                <a:solidFill>
                  <a:srgbClr val="D4D4D8"/>
                </a:solidFill>
                <a:latin typeface="Consolas"/>
              </a:rPr>
              <a:t>)</a:t>
            </a:r>
          </a:p>
          <a:p>
            <a:pPr algn="l"/>
            <a:r>
              <a:rPr sz="825" b="0" i="0" u="none">
                <a:solidFill>
                  <a:srgbClr val="34D399"/>
                </a:solidFill>
                <a:latin typeface="Consolas"/>
              </a:rPr>
              <a:t>convert</a:t>
            </a:r>
            <a:r>
              <a:rPr sz="825" b="0" i="0" u="none">
                <a:solidFill>
                  <a:srgbClr val="D4D4D8"/>
                </a:solidFill>
                <a:latin typeface="Consolas"/>
              </a:rPr>
              <a:t xml:space="preserve">(deck, </a:t>
            </a:r>
            <a:r>
              <a:rPr sz="825" b="0" i="0" u="none">
                <a:solidFill>
                  <a:srgbClr val="FACC15"/>
                </a:solidFill>
                <a:latin typeface="Consolas"/>
              </a:rPr>
              <a:t>"out.pptx"</a:t>
            </a:r>
            <a:r>
              <a:rPr sz="825" b="0" i="0" u="none">
                <a:solidFill>
                  <a:srgbClr val="D4D4D8"/>
                </a:solidFill>
                <a:latin typeface="Consolas"/>
              </a:rPr>
              <a:t xml:space="preserve">)
       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5226" y="1247775"/>
            <a:ext cx="4460825" cy="1737122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7188101" y="1352550"/>
            <a:ext cx="807244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ui.tab-strip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4301" y="1619250"/>
            <a:ext cx="552524" cy="285750"/>
          </a:xfrm>
          <a:prstGeom prst="rect">
            <a:avLst/>
          </a:prstGeom>
          <a:solidFill>
            <a:srgbClr val="A78BF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Atoms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85820" y="1619250"/>
            <a:ext cx="641542" cy="285750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Recipes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99165" y="1619250"/>
            <a:ext cx="514462" cy="285750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Fonts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76036" y="1619250"/>
            <a:ext cx="533605" cy="285750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Probe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45226" y="3099197"/>
            <a:ext cx="4460825" cy="1841897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7188101" y="3203972"/>
            <a:ext cx="656779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ui.search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64301" y="3470672"/>
            <a:ext cx="4022675" cy="390525"/>
          </a:xfrm>
          <a:prstGeom prst="roundRect">
            <a:avLst/>
          </a:prstGeom>
          <a:solidFill>
            <a:srgbClr val="0A0A1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7616726" y="3594497"/>
            <a:ext cx="86722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search atoms…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62506" y="3575447"/>
            <a:ext cx="343495" cy="18097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1717A"/>
                </a:solidFill>
                <a:latin typeface="Consolas"/>
              </a:rPr>
              <a:t>⌘ 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5055394"/>
            <a:ext cx="6245126" cy="857250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828675" y="5160169"/>
            <a:ext cx="73759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ui.toolbar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7750" y="5512594"/>
            <a:ext cx="5521226" cy="152400"/>
          </a:xfrm>
          <a:prstGeom prst="rect">
            <a:avLst/>
          </a:prstGeom>
          <a:solidFill>
            <a:srgbClr val="0A0A14"/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1047750" y="5512594"/>
            <a:ext cx="11430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33500" y="5512594"/>
            <a:ext cx="9644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01391" y="5512594"/>
            <a:ext cx="3705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09899" y="5512594"/>
            <a:ext cx="9644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U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68926" y="5512594"/>
            <a:ext cx="11430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4676" y="5512594"/>
            <a:ext cx="11430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↷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045226" y="5055394"/>
            <a:ext cx="4460825" cy="857250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7188101" y="5160169"/>
            <a:ext cx="1224409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ui.avatar-cluster</a:t>
            </a:r>
          </a:p>
        </p:txBody>
      </p:sp>
      <p:sp>
        <p:nvSpPr>
          <p:cNvPr id="44" name="TextBox 43"/>
          <p:cNvSpPr txBox="1"/>
          <p:nvPr/>
        </p:nvSpPr>
        <p:spPr>
          <a:gradFill flip="none" rotWithShape="1">
            <a:gsLst>
              <a:gs pos="0">
                <a:srgbClr val="FDE68A"/>
              </a:gs>
              <a:gs pos="16667">
                <a:srgbClr val="FFD176"/>
              </a:gs>
              <a:gs pos="33333">
                <a:srgbClr val="FFBA70"/>
              </a:gs>
              <a:gs pos="50000">
                <a:srgbClr val="FFA477"/>
              </a:gs>
              <a:gs pos="66667">
                <a:srgbClr val="FF9087"/>
              </a:gs>
              <a:gs pos="83333">
                <a:srgbClr val="FF7F9E"/>
              </a:gs>
              <a:gs pos="100000">
                <a:srgbClr val="F472B6"/>
              </a:gs>
            </a:gsLst>
            <a:lin ang="2700000" scaled="0"/>
          </a:gradFill>
          <a:xfrm>
            <a:off x="7264301" y="5426869"/>
            <a:ext cx="342900" cy="3429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6060C"/>
                </a:solidFill>
                <a:latin typeface="Inter"/>
              </a:rPr>
              <a:t>VR</a:t>
            </a:r>
          </a:p>
        </p:txBody>
      </p:sp>
      <p:sp>
        <p:nvSpPr>
          <p:cNvPr id="45" name="TextBox 44"/>
          <p:cNvSpPr txBox="1"/>
          <p:nvPr/>
        </p:nvSpPr>
        <p:spPr>
          <a:gradFill flip="none" rotWithShape="1">
            <a:gsLst>
              <a:gs pos="0">
                <a:srgbClr val="34D399"/>
              </a:gs>
              <a:gs pos="16667">
                <a:srgbClr val="00D0B3"/>
              </a:gs>
              <a:gs pos="33333">
                <a:srgbClr val="00CBCA"/>
              </a:gs>
              <a:gs pos="50000">
                <a:srgbClr val="00C4DE"/>
              </a:gs>
              <a:gs pos="66667">
                <a:srgbClr val="00BBED"/>
              </a:gs>
              <a:gs pos="83333">
                <a:srgbClr val="37B0F6"/>
              </a:gs>
              <a:gs pos="100000">
                <a:srgbClr val="60A5FA"/>
              </a:gs>
            </a:gsLst>
            <a:lin ang="2700000" scaled="0"/>
          </a:gradFill>
          <a:xfrm>
            <a:off x="7531001" y="5426869"/>
            <a:ext cx="339258" cy="3429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6060C"/>
                </a:solidFill>
                <a:latin typeface="Inter"/>
              </a:rPr>
              <a:t>JL</a:t>
            </a:r>
          </a:p>
        </p:txBody>
      </p:sp>
      <p:sp>
        <p:nvSpPr>
          <p:cNvPr id="46" name="TextBox 45"/>
          <p:cNvSpPr txBox="1"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786F4"/>
              </a:gs>
              <a:gs pos="33333">
                <a:srgbClr val="C581EC"/>
              </a:gs>
              <a:gs pos="50000">
                <a:srgbClr val="D37DE1"/>
              </a:gs>
              <a:gs pos="66667">
                <a:srgbClr val="DF78D5"/>
              </a:gs>
              <a:gs pos="83333">
                <a:srgbClr val="EA75C6"/>
              </a:gs>
              <a:gs pos="100000">
                <a:srgbClr val="F472B6"/>
              </a:gs>
            </a:gsLst>
            <a:lin ang="2700000" scaled="0"/>
          </a:gradFill>
          <a:xfrm>
            <a:off x="7797701" y="5426869"/>
            <a:ext cx="342900" cy="3429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6060C"/>
                </a:solidFill>
                <a:latin typeface="Inter"/>
              </a:rPr>
              <a:t>MK</a:t>
            </a:r>
          </a:p>
        </p:txBody>
      </p:sp>
      <p:sp>
        <p:nvSpPr>
          <p:cNvPr id="47" name="TextBox 46"/>
          <p:cNvSpPr txBox="1"/>
          <p:nvPr/>
        </p:nvSpPr>
        <p:spPr>
          <a:gradFill flip="none" rotWithShape="1">
            <a:gsLst>
              <a:gs pos="0">
                <a:srgbClr val="FB923C"/>
              </a:gs>
              <a:gs pos="16667">
                <a:srgbClr val="FD9B32"/>
              </a:gs>
              <a:gs pos="33333">
                <a:srgbClr val="FFA427"/>
              </a:gs>
              <a:gs pos="50000">
                <a:srgbClr val="FFAE1C"/>
              </a:gs>
              <a:gs pos="66667">
                <a:srgbClr val="FFB813"/>
              </a:gs>
              <a:gs pos="83333">
                <a:srgbClr val="FDC20F"/>
              </a:gs>
              <a:gs pos="100000">
                <a:srgbClr val="FACC15"/>
              </a:gs>
            </a:gsLst>
            <a:lin ang="2700000" scaled="0"/>
          </a:gradFill>
          <a:xfrm>
            <a:off x="8064401" y="5426869"/>
            <a:ext cx="342900" cy="3429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6060C"/>
                </a:solidFill>
                <a:latin typeface="Inter"/>
              </a:rPr>
              <a:t>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31101" y="5426869"/>
            <a:ext cx="342900" cy="342900"/>
          </a:xfrm>
          <a:prstGeom prst="rect">
            <a:avLst/>
          </a:prstGeom>
          <a:solidFill>
            <a:srgbClr val="27272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+12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07351" y="5526881"/>
            <a:ext cx="95666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16 collaborators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85800" y="6026944"/>
            <a:ext cx="6245126" cy="1076325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828675" y="6131719"/>
            <a:ext cx="563166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ui.toast</a:t>
            </a:r>
          </a:p>
        </p:txBody>
      </p:sp>
      <p:sp>
        <p:nvSpPr>
          <p:cNvPr id="52" name="Rounded Rectangle 51"/>
          <p:cNvSpPr/>
          <p:nvPr/>
        </p:nvSpPr>
        <p:spPr>
          <a:gradFill flip="none" rotWithShape="1">
            <a:gsLst>
              <a:gs pos="0">
                <a:srgbClr val="6366F1">
                  <a:alpha val="20000"/>
                </a:srgbClr>
              </a:gs>
              <a:gs pos="16667">
                <a:srgbClr val="8465F0">
                  <a:alpha val="18333"/>
                </a:srgbClr>
              </a:gs>
              <a:gs pos="33333">
                <a:srgbClr val="A065EA">
                  <a:alpha val="16667"/>
                </a:srgbClr>
              </a:gs>
              <a:gs pos="50000">
                <a:srgbClr val="B967E1">
                  <a:alpha val="15000"/>
                </a:srgbClr>
              </a:gs>
              <a:gs pos="66667">
                <a:srgbClr val="CF69D5">
                  <a:alpha val="13333"/>
                </a:srgbClr>
              </a:gs>
              <a:gs pos="83333">
                <a:srgbClr val="E36DC6">
                  <a:alpha val="11667"/>
                </a:srgbClr>
              </a:gs>
              <a:gs pos="100000">
                <a:srgbClr val="F472B6">
                  <a:alpha val="10000"/>
                </a:srgbClr>
              </a:gs>
            </a:gsLst>
            <a:lin ang="2700000" scaled="0"/>
          </a:gradFill>
          <a:xfrm>
            <a:off x="904875" y="6398419"/>
            <a:ext cx="5806976" cy="561975"/>
          </a:xfrm>
          <a:prstGeom prst="roundRect">
            <a:avLst/>
          </a:prstGeom>
          <a:ln w="952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/>
          <p:cNvSpPr/>
          <p:nvPr/>
        </p:nvSpPr>
        <p:spPr>
          <a:xfrm>
            <a:off x="1085850" y="6631781"/>
            <a:ext cx="95250" cy="9525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1314450" y="6541294"/>
            <a:ext cx="110668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5F5F7"/>
                </a:solidFill>
                <a:latin typeface="Inter"/>
              </a:rPr>
              <a:t>Deck shipped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314450" y="6703219"/>
            <a:ext cx="110668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native_area_ratio · 0.97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29255" y="6515100"/>
            <a:ext cx="127694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09 / 10 · UI MOCKS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85800" y="609600"/>
            <a:ext cx="10820400" cy="4667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819150"/>
            <a:ext cx="14138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C3AED"/>
                </a:solidFill>
                <a:latin typeface="Inter"/>
              </a:rPr>
              <a:t>atoms · axis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99667" y="609600"/>
            <a:ext cx="885140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06060C"/>
                </a:solidFill>
                <a:latin typeface="Inter"/>
              </a:rPr>
              <a:t>Annotation primitives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1071" y="819150"/>
            <a:ext cx="5551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10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04925"/>
            <a:ext cx="10820400" cy="49720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325" y="1314450"/>
            <a:ext cx="10801350" cy="4953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786F4"/>
              </a:gs>
              <a:gs pos="33333">
                <a:srgbClr val="C581EC"/>
              </a:gs>
              <a:gs pos="50000">
                <a:srgbClr val="D37DE1"/>
              </a:gs>
              <a:gs pos="66667">
                <a:srgbClr val="DF78D5"/>
              </a:gs>
              <a:gs pos="83333">
                <a:srgbClr val="EA75C6"/>
              </a:gs>
              <a:gs pos="100000">
                <a:srgbClr val="F472B6"/>
              </a:gs>
            </a:gsLst>
            <a:lin ang="2700000" scaled="0"/>
          </a:gradFill>
          <a:xfrm>
            <a:off x="5663803" y="2800350"/>
            <a:ext cx="1905000" cy="1333500"/>
          </a:xfrm>
          <a:prstGeom prst="roundRect">
            <a:avLst/>
          </a:prstGeom>
          <a:ln>
            <a:noFill/>
          </a:ln>
          <a:effectLst>
            <a:outerShdw blurRad="381000" dist="1524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2596971" y="2079468"/>
            <a:ext cx="3232798" cy="1093447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1765" y="17391"/>
                </a:lnTo>
                <a:lnTo>
                  <a:pt x="100000" y="100000"/>
                </a:lnTo>
              </a:path>
            </a:pathLst>
          </a:custGeom>
          <a:noFill/>
          <a:ln w="11430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5791670" y="3134815"/>
            <a:ext cx="76200" cy="76200"/>
          </a:xfrm>
          <a:prstGeom prst="ellipse">
            <a:avLst/>
          </a:prstGeom>
          <a:solidFill>
            <a:srgbClr val="F472B6"/>
          </a:solidFill>
          <a:ln w="14288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7826498" y="2364715"/>
            <a:ext cx="1426235" cy="99836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80000" y="19048"/>
                </a:lnTo>
                <a:lnTo>
                  <a:pt x="0" y="100000"/>
                </a:lnTo>
              </a:path>
            </a:pathLst>
          </a:custGeom>
          <a:noFill/>
          <a:ln w="11430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7788398" y="3324980"/>
            <a:ext cx="76200" cy="76200"/>
          </a:xfrm>
          <a:prstGeom prst="ellipse">
            <a:avLst/>
          </a:prstGeom>
          <a:solidFill>
            <a:srgbClr val="F472B6"/>
          </a:solidFill>
          <a:ln w="14288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Connector 13"/>
          <p:cNvCxnSpPr/>
          <p:nvPr/>
        </p:nvCxnSpPr>
        <p:spPr>
          <a:xfrm>
            <a:off x="5829770" y="5407349"/>
            <a:ext cx="1949187" cy="0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829770" y="5350300"/>
            <a:ext cx="0" cy="114099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778957" y="5350300"/>
            <a:ext cx="0" cy="114099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111745" y="3172915"/>
            <a:ext cx="0" cy="1331152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54696" y="3172915"/>
            <a:ext cx="114098" cy="0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054696" y="4504067"/>
            <a:ext cx="114098" cy="0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485775" y="1109260"/>
            <a:ext cx="419100" cy="419100"/>
          </a:xfrm>
          <a:prstGeom prst="ellipse">
            <a:avLst/>
          </a:prstGeom>
          <a:noFill/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590550" y="1214035"/>
            <a:ext cx="209550" cy="209550"/>
          </a:xfrm>
          <a:prstGeom prst="ellipse">
            <a:avLst/>
          </a:prstGeom>
          <a:noFill/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Connector 21"/>
          <p:cNvCxnSpPr/>
          <p:nvPr/>
        </p:nvCxnSpPr>
        <p:spPr>
          <a:xfrm>
            <a:off x="410078" y="1318810"/>
            <a:ext cx="570494" cy="0"/>
          </a:xfrm>
          <a:prstGeom prst="line">
            <a:avLst/>
          </a:prstGeom>
          <a:ln w="9525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95325" y="1033563"/>
            <a:ext cx="0" cy="570494"/>
          </a:xfrm>
          <a:prstGeom prst="line">
            <a:avLst/>
          </a:prstGeom>
          <a:ln w="9525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76275" y="1299760"/>
            <a:ext cx="38100" cy="381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6607714" y="5275988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06060C"/>
                </a:solidFill>
                <a:latin typeface="Inter"/>
              </a:rPr>
              <a:t>200 px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4860" y="3802212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06060C"/>
                </a:solidFill>
                <a:latin typeface="Inter"/>
              </a:rPr>
              <a:t>140 px</a:t>
            </a:r>
          </a:p>
        </p:txBody>
      </p:sp>
      <p:sp>
        <p:nvSpPr>
          <p:cNvPr id="27" name="Oval 26"/>
          <p:cNvSpPr/>
          <p:nvPr/>
        </p:nvSpPr>
        <p:spPr>
          <a:xfrm>
            <a:off x="1457325" y="1886843"/>
            <a:ext cx="133350" cy="133350"/>
          </a:xfrm>
          <a:prstGeom prst="ellipse">
            <a:avLst/>
          </a:prstGeom>
          <a:solidFill>
            <a:srgbClr val="F472B6"/>
          </a:solidFill>
          <a:ln w="19050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1457325" y="2076450"/>
            <a:ext cx="1099393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C3AED"/>
                </a:solidFill>
                <a:latin typeface="Inter"/>
              </a:rPr>
              <a:t>anno.leader-line</a:t>
            </a:r>
          </a:p>
        </p:txBody>
      </p:sp>
      <p:sp>
        <p:nvSpPr>
          <p:cNvPr id="29" name="Oval 28"/>
          <p:cNvSpPr/>
          <p:nvPr/>
        </p:nvSpPr>
        <p:spPr>
          <a:xfrm>
            <a:off x="10601325" y="2172593"/>
            <a:ext cx="133350" cy="133350"/>
          </a:xfrm>
          <a:prstGeom prst="ellipse">
            <a:avLst/>
          </a:prstGeom>
          <a:solidFill>
            <a:srgbClr val="F472B6"/>
          </a:solidFill>
          <a:ln w="19050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9635282" y="2362200"/>
            <a:ext cx="1099393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C3AED"/>
                </a:solidFill>
                <a:latin typeface="Inter"/>
              </a:rPr>
              <a:t>anno.leader-line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3803" y="5410200"/>
            <a:ext cx="978098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C3AED"/>
                </a:solidFill>
                <a:latin typeface="Inter"/>
              </a:rPr>
              <a:t>anno.dimension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20336" y="1860352"/>
            <a:ext cx="95250" cy="9780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C3AED"/>
                </a:solidFill>
                <a:latin typeface="Inter"/>
              </a:rPr>
              <a:t>anno.dimension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1175" y="5420618"/>
            <a:ext cx="98836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6060C"/>
                </a:solidFill>
                <a:latin typeface="Inter"/>
              </a:rPr>
              <a:t>target reticle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81175" y="5600700"/>
            <a:ext cx="1306116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C3AED"/>
                </a:solidFill>
                <a:latin typeface="Inter"/>
              </a:rPr>
              <a:t>anno.target-reticle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47796" y="5200650"/>
            <a:ext cx="799337" cy="304800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v0.4 · stable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7590" y="5600700"/>
            <a:ext cx="1157585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C3AED"/>
                </a:solidFill>
                <a:latin typeface="Inter"/>
              </a:rPr>
              <a:t>anno.callout-pill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8675" y="6038850"/>
            <a:ext cx="4158109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Inter"/>
              </a:rPr>
              <a:t xml:space="preserve">● anchor-dot </a:t>
            </a:r>
            <a:r>
              <a:rPr sz="800" b="1" i="0" u="none">
                <a:solidFill>
                  <a:srgbClr val="71717A"/>
                </a:solidFill>
                <a:latin typeface="Inter"/>
              </a:rPr>
              <a:t xml:space="preserve">— leader-line </a:t>
            </a:r>
            <a:r>
              <a:rPr sz="800" b="1" i="0" u="none">
                <a:solidFill>
                  <a:srgbClr val="71717A"/>
                </a:solidFill>
                <a:latin typeface="Inter"/>
              </a:rPr>
              <a:t xml:space="preserve">⊕ target-reticle </a:t>
            </a:r>
            <a:r>
              <a:rPr sz="800" b="1" i="0" u="none">
                <a:solidFill>
                  <a:srgbClr val="71717A"/>
                </a:solidFill>
                <a:latin typeface="Inter"/>
              </a:rPr>
              <a:t xml:space="preserve">▭ callout-pill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SLIDIFY · ATOMIC SEED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06061" y="6515100"/>
            <a:ext cx="23001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10 / 10 · ANNOTATION PRIMITIVES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F5F5F7"/>
      </a:accent1>
      <a:accent2>
        <a:srgbClr val="A1A1AA"/>
      </a:accent2>
      <a:accent3>
        <a:srgbClr val="F472B6"/>
      </a:accent3>
      <a:accent4>
        <a:srgbClr val="A78BFA"/>
      </a:accent4>
      <a:accent5>
        <a:srgbClr val="06060C"/>
      </a:accent5>
      <a:accent6>
        <a:srgbClr val="52525B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
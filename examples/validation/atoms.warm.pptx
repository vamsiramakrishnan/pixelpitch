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SlidifyFont1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Composition gestures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01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9625" y="1409700"/>
            <a:ext cx="900658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comp.centered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1017" y="2297311"/>
            <a:ext cx="1034355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9987F7"/>
              </a:gs>
              <a:gs pos="33333">
                <a:srgbClr val="AF81F1"/>
              </a:gs>
              <a:gs pos="50000">
                <a:srgbClr val="C37CE8"/>
              </a:gs>
              <a:gs pos="66667">
                <a:srgbClr val="D678DA"/>
              </a:gs>
              <a:gs pos="83333">
                <a:srgbClr val="E674CA"/>
              </a:gs>
              <a:gs pos="100000">
                <a:srgbClr val="F472B6"/>
              </a:gs>
            </a:gsLst>
            <a:lin ang="0" scaled="0"/>
          </a:gradFill>
          <a:xfrm>
            <a:off x="1341834" y="2493913"/>
            <a:ext cx="1293019" cy="95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522809" y="2838004"/>
            <a:ext cx="930920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28675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centered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title + lede axis-aligned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238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548062" y="1409700"/>
            <a:ext cx="83279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comp.split-50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6781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640634" y="2248198"/>
            <a:ext cx="879128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640634" y="2592288"/>
            <a:ext cx="775692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4830366" y="1904107"/>
            <a:ext cx="982563" cy="1238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567112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split · 50/50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112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copy left, media right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2675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286500" y="1409700"/>
            <a:ext cx="83279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comp.split-60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5525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379071" y="2100709"/>
            <a:ext cx="1189434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379071" y="2444800"/>
            <a:ext cx="1085999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379071" y="2641402"/>
            <a:ext cx="930920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7930753" y="1756767"/>
            <a:ext cx="620613" cy="1524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305550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split · 60/40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narrative dominant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01112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4938" y="1409700"/>
            <a:ext cx="810369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comp.golden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98410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910638" y="2253109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9898410" y="2253109"/>
            <a:ext cx="76200" cy="762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9996636" y="2346573"/>
            <a:ext cx="1241227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9996636" y="2641402"/>
            <a:ext cx="982563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9043988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golden 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988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φ-anchor on the focal point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09625" y="4019550"/>
            <a:ext cx="753715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comp.thirds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6445" y="392430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417564" y="392430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95325" y="4742557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695325" y="5560814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902196" y="4956423"/>
            <a:ext cx="620613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28675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rule of thirds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675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subject on a third-grid intersection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24238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3548062" y="4019550"/>
            <a:ext cx="940147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comp.offcanvas</a:t>
            </a:r>
          </a:p>
        </p:txBody>
      </p:sp>
      <p:sp>
        <p:nvSpPr>
          <p:cNvPr id="50" name="Rounded Rectangle 49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3123456" y="4268242"/>
            <a:ext cx="1551533" cy="1238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4933801" y="4956423"/>
            <a:ext cx="879128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5088880" y="5251252"/>
            <a:ext cx="724049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567112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off-canvas bleed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7112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media leaves the frame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62675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286500" y="4019550"/>
            <a:ext cx="1081435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comp.edge-rotated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72500" y="5153025"/>
            <a:ext cx="104775" cy="13079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EDITION · 04 · 2026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79071" y="4858048"/>
            <a:ext cx="1603325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6379071" y="5202138"/>
            <a:ext cx="1241227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305550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edge-rotated caption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5550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vertical type on the frame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01112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9024938" y="4019550"/>
            <a:ext cx="759520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comp.bento</a:t>
            </a:r>
          </a:p>
        </p:txBody>
      </p:sp>
      <p:sp>
        <p:nvSpPr>
          <p:cNvPr id="64" name="Rounded Rectangle 63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9117509" y="4268242"/>
            <a:ext cx="982563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gradFill flip="none" rotWithShape="1">
            <a:gsLst>
              <a:gs pos="0">
                <a:srgbClr val="FB923C"/>
              </a:gs>
              <a:gs pos="16667">
                <a:srgbClr val="FD9B32"/>
              </a:gs>
              <a:gs pos="33333">
                <a:srgbClr val="FFA427"/>
              </a:gs>
              <a:gs pos="50000">
                <a:srgbClr val="FFAE1C"/>
              </a:gs>
              <a:gs pos="66667">
                <a:srgbClr val="FFB813"/>
              </a:gs>
              <a:gs pos="83333">
                <a:srgbClr val="FDC20F"/>
              </a:gs>
              <a:gs pos="100000">
                <a:srgbClr val="FACC15"/>
              </a:gs>
            </a:gsLst>
            <a:lin ang="2700000" scaled="0"/>
          </a:gradFill>
          <a:xfrm>
            <a:off x="10203656" y="4268242"/>
            <a:ext cx="1085999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gradFill flip="none" rotWithShape="1">
            <a:gsLst>
              <a:gs pos="0">
                <a:srgbClr val="34D399"/>
              </a:gs>
              <a:gs pos="16667">
                <a:srgbClr val="00D0B3"/>
              </a:gs>
              <a:gs pos="33333">
                <a:srgbClr val="00CBCA"/>
              </a:gs>
              <a:gs pos="50000">
                <a:srgbClr val="00C4DE"/>
              </a:gs>
              <a:gs pos="66667">
                <a:srgbClr val="00BBED"/>
              </a:gs>
              <a:gs pos="83333">
                <a:srgbClr val="37B0F6"/>
              </a:gs>
              <a:gs pos="100000">
                <a:srgbClr val="60A5FA"/>
              </a:gs>
            </a:gsLst>
            <a:lin ang="2700000" scaled="0"/>
          </a:gradFill>
          <a:xfrm>
            <a:off x="9117509" y="5251252"/>
            <a:ext cx="620613" cy="571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gradFill flip="none" rotWithShape="1">
            <a:gsLst>
              <a:gs pos="0">
                <a:srgbClr val="60A5FA"/>
              </a:gs>
              <a:gs pos="16667">
                <a:srgbClr val="6DA1FD"/>
              </a:gs>
              <a:gs pos="33333">
                <a:srgbClr val="7A9DFF"/>
              </a:gs>
              <a:gs pos="50000">
                <a:srgbClr val="8698FF"/>
              </a:gs>
              <a:gs pos="66667">
                <a:srgbClr val="9194FF"/>
              </a:gs>
              <a:gs pos="83333">
                <a:srgbClr val="9C90FD"/>
              </a:gs>
              <a:gs pos="100000">
                <a:srgbClr val="A78BFA"/>
              </a:gs>
            </a:gsLst>
            <a:lin ang="2700000" scaled="0"/>
          </a:gradFill>
          <a:xfrm>
            <a:off x="9841557" y="5251252"/>
            <a:ext cx="1448098" cy="571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9043988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bento · asymmetric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3988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apple/linear tile grid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51393" y="6515100"/>
            <a:ext cx="155480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01 / 10 · COMPOSITION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Background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gradFill flip="none" rotWithShape="1">
            <a:gsLst>
              <a:gs pos="0">
                <a:srgbClr val="6366F1">
                  <a:alpha val="55000"/>
                </a:srgbClr>
              </a:gs>
              <a:gs pos="6333">
                <a:srgbClr val="6366F1">
                  <a:alpha val="45833"/>
                </a:srgbClr>
              </a:gs>
              <a:gs pos="12667">
                <a:srgbClr val="6366F1">
                  <a:alpha val="36667"/>
                </a:srgbClr>
              </a:gs>
              <a:gs pos="19000">
                <a:srgbClr val="6366F1">
                  <a:alpha val="27500"/>
                </a:srgbClr>
              </a:gs>
              <a:gs pos="25333">
                <a:srgbClr val="6366F1">
                  <a:alpha val="18333"/>
                </a:srgbClr>
              </a:gs>
              <a:gs pos="31667">
                <a:srgbClr val="6366F1">
                  <a:alpha val="9167"/>
                </a:srgbClr>
              </a:gs>
              <a:gs pos="38000">
                <a:srgbClr val="6366F1">
                  <a:alpha val="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18000" t="22000" r="82000" b="78000"/>
            </a:path>
          </a:gradFill>
          <a:xfrm>
            <a:off x="685800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9625" y="1371600"/>
            <a:ext cx="618282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29025"/>
            <a:ext cx="869170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mesh · 4-blob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38" y="1266825"/>
            <a:ext cx="2605088" cy="2676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8062" y="1371600"/>
            <a:ext cx="607020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bg.conic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8062" y="3629025"/>
            <a:ext cx="997172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conic · spectrum</a:t>
            </a:r>
          </a:p>
        </p:txBody>
      </p:sp>
      <p:sp>
        <p:nvSpPr>
          <p:cNvPr id="12" name="Rounded Rectangle 11"/>
          <p:cNvSpPr/>
          <p:nvPr/>
        </p:nvSpPr>
        <p:spPr>
          <a:gradFill flip="none" rotWithShape="1">
            <a:gsLst>
              <a:gs pos="0">
                <a:srgbClr val="0A0A14"/>
              </a:gs>
              <a:gs pos="33333">
                <a:srgbClr val="0A0A14"/>
              </a:gs>
              <a:gs pos="66667">
                <a:srgbClr val="1E1B4B"/>
              </a:gs>
              <a:gs pos="100000">
                <a:srgbClr val="1E1B4B"/>
              </a:gs>
            </a:gsLst>
            <a:lin ang="2700000" scaled="0"/>
          </a:gradFill>
          <a:xfrm>
            <a:off x="6162675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286500" y="1371600"/>
            <a:ext cx="669082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bg.stripes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3629025"/>
            <a:ext cx="834228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stripes · 8/16</a:t>
            </a:r>
          </a:p>
        </p:txBody>
      </p:sp>
      <p:sp>
        <p:nvSpPr>
          <p:cNvPr id="15" name="Rounded Rectangle 14"/>
          <p:cNvSpPr/>
          <p:nvPr/>
        </p:nvSpPr>
        <p:spPr>
          <a:gradFill flip="none"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7000"/>
                </a:srgbClr>
              </a:gs>
            </a:gsLst>
            <a:lin ang="16200000" scaled="0"/>
          </a:gradFill>
          <a:xfrm>
            <a:off x="8901112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024938" y="1371600"/>
            <a:ext cx="74260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bg.scanline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4938" y="3629025"/>
            <a:ext cx="857455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CRT scanline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312E81"/>
              </a:gs>
              <a:gs pos="16667">
                <a:srgbClr val="4C2F8E"/>
              </a:gs>
              <a:gs pos="33333">
                <a:srgbClr val="682F96"/>
              </a:gs>
              <a:gs pos="50000">
                <a:srgbClr val="852F99"/>
              </a:gs>
              <a:gs pos="66667">
                <a:srgbClr val="A22C94"/>
              </a:gs>
              <a:gs pos="83333">
                <a:srgbClr val="BF2989"/>
              </a:gs>
              <a:gs pos="100000">
                <a:srgbClr val="DB2777"/>
              </a:gs>
            </a:gsLst>
            <a:lin ang="4200000" scaled="0"/>
          </a:gradFill>
          <a:xfrm>
            <a:off x="685800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09625" y="4181475"/>
            <a:ext cx="737096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bg.duotone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6438900"/>
            <a:ext cx="991646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duotone · 2-stop</a:t>
            </a:r>
          </a:p>
        </p:txBody>
      </p:sp>
      <p:sp>
        <p:nvSpPr>
          <p:cNvPr id="21" name="Rounded Rectangle 20"/>
          <p:cNvSpPr/>
          <p:nvPr/>
        </p:nvSpPr>
        <p:spPr>
          <a:gradFill flip="none" rotWithShape="1">
            <a:gsLst>
              <a:gs pos="0">
                <a:srgbClr val="1E1B4B"/>
              </a:gs>
              <a:gs pos="11667">
                <a:srgbClr val="1B1841"/>
              </a:gs>
              <a:gs pos="23333">
                <a:srgbClr val="171538"/>
              </a:gs>
              <a:gs pos="35000">
                <a:srgbClr val="14132E"/>
              </a:gs>
              <a:gs pos="46667">
                <a:srgbClr val="101025"/>
              </a:gs>
              <a:gs pos="58333">
                <a:srgbClr val="0D0D1C"/>
              </a:gs>
              <a:gs pos="70000">
                <a:srgbClr val="0A0A14"/>
              </a:gs>
              <a:gs pos="75000">
                <a:srgbClr val="090913"/>
              </a:gs>
              <a:gs pos="80000">
                <a:srgbClr val="080813"/>
              </a:gs>
              <a:gs pos="85000">
                <a:srgbClr val="070712"/>
              </a:gs>
              <a:gs pos="90000">
                <a:srgbClr val="060611"/>
              </a:gs>
              <a:gs pos="95000">
                <a:srgbClr val="060611"/>
              </a:gs>
              <a:gs pos="100000">
                <a:srgbClr val="050510"/>
              </a:gs>
            </a:gsLst>
            <a:path path="circle">
              <a:fillToRect l="50000" t="50000" r="50000" b="50000"/>
            </a:path>
          </a:gradFill>
          <a:xfrm>
            <a:off x="3424238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548062" y="4181475"/>
            <a:ext cx="725686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bg.vignette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8062" y="6438900"/>
            <a:ext cx="944938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vignette · radial</a:t>
            </a:r>
          </a:p>
        </p:txBody>
      </p:sp>
      <p:sp>
        <p:nvSpPr>
          <p:cNvPr id="24" name="Rounded Rectangle 23"/>
          <p:cNvSpPr/>
          <p:nvPr/>
        </p:nvSpPr>
        <p:spPr>
          <a:gradFill flip="none" rotWithShape="1">
            <a:gsLst>
              <a:gs pos="0">
                <a:srgbClr val="020617"/>
              </a:gs>
              <a:gs pos="28000">
                <a:srgbClr val="1E1B4B"/>
              </a:gs>
              <a:gs pos="50000">
                <a:srgbClr val="7C3AED"/>
              </a:gs>
              <a:gs pos="70000">
                <a:srgbClr val="DB2777"/>
              </a:gs>
              <a:gs pos="100000">
                <a:srgbClr val="020617"/>
              </a:gs>
            </a:gsLst>
            <a:lin ang="5400000" scaled="0"/>
          </a:gradFill>
          <a:xfrm>
            <a:off x="6162675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86500" y="4181475"/>
            <a:ext cx="923379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bg.aurora-band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6438900"/>
            <a:ext cx="1177970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aurora band · 5-stop</a:t>
            </a:r>
          </a:p>
        </p:txBody>
      </p:sp>
      <p:sp>
        <p:nvSpPr>
          <p:cNvPr id="27" name="Oval 26"/>
          <p:cNvSpPr/>
          <p:nvPr/>
        </p:nvSpPr>
        <p:spPr>
          <a:xfrm>
            <a:off x="9076304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9445738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9815172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0184606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554040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0923474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1292908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9076304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9445738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9815172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184606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0554040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923474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1292908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076304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9445738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9815172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0184606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0554040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0923474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1292908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9076304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445738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9815172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0184606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554040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0923474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1292908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9076304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9445738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9815172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10184606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0554040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923474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1292908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9076304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9445738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9815172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0184606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0554040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0923474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1292908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3379" y="6515100"/>
            <a:ext cx="209282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10 · BACKGROUND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66825"/>
            <a:ext cx="2576512" cy="2190750"/>
          </a:xfrm>
          <a:prstGeom prst="round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innerShdw blurRad="0" dist="9525" dir="5400000">
              <a:srgbClr val="FFFFFF">
                <a:alpha val="16000"/>
              </a:srgbClr>
            </a:innerShdw>
            <a:outerShdw blurRad="381000" dist="1524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ffffff">
                  <a:alpha val="20000"/>
                </a:srgbClr>
              </a:gs>
              <a:gs pos="16667">
                <a:srgbClr val="FFFFFF">
                  <a:alpha val="16667"/>
                </a:srgbClr>
              </a:gs>
              <a:gs pos="33333">
                <a:srgbClr val="FFFFFF">
                  <a:alpha val="13333"/>
                </a:srgbClr>
              </a:gs>
              <a:gs pos="50000">
                <a:srgbClr val="FFFFFF">
                  <a:alpha val="10000"/>
                </a:srgbClr>
              </a:gs>
              <a:gs pos="66667">
                <a:srgbClr val="FFFFFF">
                  <a:alpha val="6667"/>
                </a:srgbClr>
              </a:gs>
              <a:gs pos="83333">
                <a:srgbClr val="FFFFFF">
                  <a:alpha val="3333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685800" y="1266825"/>
            <a:ext cx="2576512" cy="98583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1266825"/>
            <a:ext cx="2576512" cy="2190750"/>
          </a:xfrm>
          <a:prstGeom prst="rect">
            <a:avLst/>
          </a:prstGeom>
          <a:noFill/>
          <a:ln w="9525">
            <a:solidFill>
              <a:srgbClr val="FFFFFF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266825"/>
            <a:ext cx="2576512" cy="2190750"/>
          </a:xfrm>
          <a:prstGeom prst="rect">
            <a:avLst/>
          </a:prstGeom>
          <a:noFill/>
          <a:ln>
            <a:noFill/>
          </a:ln>
          <a:effectLst>
            <a:innerShdw blurRad="171450" dist="0" dir="0">
              <a:srgbClr val="FFFFFF">
                <a:alpha val="1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66775" y="16192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surf.glass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27813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12.4M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1337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glass</a:t>
            </a:r>
          </a:p>
        </p:txBody>
      </p:sp>
      <p:sp>
        <p:nvSpPr>
          <p:cNvPr id="13" name="Rectangle 12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887855" y="-208121"/>
            <a:ext cx="3607118" cy="360711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gradFill flip="none" rotWithShape="1">
            <a:gsLst>
              <a:gs pos="0">
                <a:srgbClr val="A78BFA">
                  <a:alpha val="45000"/>
                </a:srgbClr>
              </a:gs>
              <a:gs pos="16667">
                <a:srgbClr val="A78BFA">
                  <a:alpha val="37500"/>
                </a:srgbClr>
              </a:gs>
              <a:gs pos="33333">
                <a:srgbClr val="A78BFA">
                  <a:alpha val="30000"/>
                </a:srgbClr>
              </a:gs>
              <a:gs pos="50000">
                <a:srgbClr val="A78BFA">
                  <a:alpha val="22500"/>
                </a:srgbClr>
              </a:gs>
              <a:gs pos="66667">
                <a:srgbClr val="A78BFA">
                  <a:alpha val="15000"/>
                </a:srgbClr>
              </a:gs>
              <a:gs pos="83333">
                <a:srgbClr val="A78BFA">
                  <a:alpha val="75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949065" y="-208121"/>
            <a:ext cx="3607118" cy="360711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gradFill flip="none" rotWithShape="1">
            <a:gsLst>
              <a:gs pos="0">
                <a:srgbClr val="A1A1AA">
                  <a:alpha val="45000"/>
                </a:srgbClr>
              </a:gs>
              <a:gs pos="16667">
                <a:srgbClr val="A1A1AA">
                  <a:alpha val="37500"/>
                </a:srgbClr>
              </a:gs>
              <a:gs pos="33333">
                <a:srgbClr val="A1A1AA">
                  <a:alpha val="30000"/>
                </a:srgbClr>
              </a:gs>
              <a:gs pos="50000">
                <a:srgbClr val="A1A1AA">
                  <a:alpha val="22500"/>
                </a:srgbClr>
              </a:gs>
              <a:gs pos="66667">
                <a:srgbClr val="A1A1AA">
                  <a:alpha val="15000"/>
                </a:srgbClr>
              </a:gs>
              <a:gs pos="83333">
                <a:srgbClr val="A1A1AA">
                  <a:alpha val="7500"/>
                </a:srgbClr>
              </a:gs>
              <a:gs pos="100000">
                <a:srgbClr val="A1A1A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887855" y="1325404"/>
            <a:ext cx="3607118" cy="360711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gradFill flip="none" rotWithShape="1">
            <a:gsLst>
              <a:gs pos="0">
                <a:srgbClr val="F472B6">
                  <a:alpha val="45000"/>
                </a:srgbClr>
              </a:gs>
              <a:gs pos="16667">
                <a:srgbClr val="F472B6">
                  <a:alpha val="37500"/>
                </a:srgbClr>
              </a:gs>
              <a:gs pos="33333">
                <a:srgbClr val="F472B6">
                  <a:alpha val="30000"/>
                </a:srgbClr>
              </a:gs>
              <a:gs pos="50000">
                <a:srgbClr val="F472B6">
                  <a:alpha val="22500"/>
                </a:srgbClr>
              </a:gs>
              <a:gs pos="66667">
                <a:srgbClr val="F472B6">
                  <a:alpha val="15000"/>
                </a:srgbClr>
              </a:gs>
              <a:gs pos="83333">
                <a:srgbClr val="F472B6">
                  <a:alpha val="750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949065" y="1325404"/>
            <a:ext cx="3607118" cy="360711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gradFill flip="none" rotWithShape="1">
            <a:gsLst>
              <a:gs pos="0">
                <a:srgbClr val="6366F1">
                  <a:alpha val="30000"/>
                </a:srgbClr>
              </a:gs>
              <a:gs pos="16667">
                <a:srgbClr val="8465F0">
                  <a:alpha val="28333"/>
                </a:srgbClr>
              </a:gs>
              <a:gs pos="33333">
                <a:srgbClr val="A065EA">
                  <a:alpha val="26667"/>
                </a:srgbClr>
              </a:gs>
              <a:gs pos="50000">
                <a:srgbClr val="B967E1">
                  <a:alpha val="25000"/>
                </a:srgbClr>
              </a:gs>
              <a:gs pos="66667">
                <a:srgbClr val="CF69D5">
                  <a:alpha val="23333"/>
                </a:srgbClr>
              </a:gs>
              <a:gs pos="83333">
                <a:srgbClr val="E36DC6">
                  <a:alpha val="21667"/>
                </a:srgbClr>
              </a:gs>
              <a:gs pos="100000">
                <a:srgbClr val="F472B6">
                  <a:alpha val="20000"/>
                </a:srgbClr>
              </a:gs>
            </a:gsLst>
            <a:lin ang="4200000" scaled="0"/>
          </a:gradFill>
          <a:xfrm>
            <a:off x="3433762" y="1266825"/>
            <a:ext cx="2576512" cy="2190750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762000" dist="0" dir="0" algn="ctr" rotWithShape="0">
              <a:srgbClr val="8B5CF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433762" y="1266825"/>
            <a:ext cx="2576512" cy="2190750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614738" y="16192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surf.hero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4738" y="27813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+340%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4738" y="31337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hero</a:t>
            </a:r>
          </a:p>
        </p:txBody>
      </p:sp>
      <p:sp>
        <p:nvSpPr>
          <p:cNvPr id="22" name="Rectangle 21"/>
          <p:cNvSpPr/>
          <p:nvPr/>
        </p:nvSpPr>
        <p:spPr>
          <a:gradFill flip="none" rotWithShape="1">
            <a:gsLst>
              <a:gs pos="0">
                <a:srgbClr val="F5F5F7">
                  <a:alpha val="55000"/>
                </a:srgbClr>
              </a:gs>
              <a:gs pos="16667">
                <a:srgbClr val="F5F5F7">
                  <a:alpha val="45833"/>
                </a:srgbClr>
              </a:gs>
              <a:gs pos="33333">
                <a:srgbClr val="F5F5F7">
                  <a:alpha val="36667"/>
                </a:srgbClr>
              </a:gs>
              <a:gs pos="50000">
                <a:srgbClr val="F5F5F7">
                  <a:alpha val="27500"/>
                </a:srgbClr>
              </a:gs>
              <a:gs pos="66667">
                <a:srgbClr val="F5F5F7">
                  <a:alpha val="18333"/>
                </a:srgbClr>
              </a:gs>
              <a:gs pos="83333">
                <a:srgbClr val="F5F5F7">
                  <a:alpha val="91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022294" y="-85487"/>
            <a:ext cx="4895374" cy="489537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gradFill flip="none" rotWithShape="1">
            <a:gsLst>
              <a:gs pos="0">
                <a:srgbClr val="F472B6">
                  <a:alpha val="45000"/>
                </a:srgbClr>
              </a:gs>
              <a:gs pos="6667">
                <a:srgbClr val="E36DC6">
                  <a:alpha val="40500"/>
                </a:srgbClr>
              </a:gs>
              <a:gs pos="13333">
                <a:srgbClr val="CF69D5">
                  <a:alpha val="36000"/>
                </a:srgbClr>
              </a:gs>
              <a:gs pos="20000">
                <a:srgbClr val="B967E1">
                  <a:alpha val="31500"/>
                </a:srgbClr>
              </a:gs>
              <a:gs pos="26667">
                <a:srgbClr val="A065EA">
                  <a:alpha val="27000"/>
                </a:srgbClr>
              </a:gs>
              <a:gs pos="33333">
                <a:srgbClr val="8465F0">
                  <a:alpha val="22500"/>
                </a:srgbClr>
              </a:gs>
              <a:gs pos="40000">
                <a:srgbClr val="6366F1">
                  <a:alpha val="18000"/>
                </a:srgbClr>
              </a:gs>
              <a:gs pos="50000">
                <a:srgbClr val="6446B7">
                  <a:alpha val="25000"/>
                </a:srgbClr>
              </a:gs>
              <a:gs pos="60000">
                <a:srgbClr val="562B7E">
                  <a:alpha val="32000"/>
                </a:srgbClr>
              </a:gs>
              <a:gs pos="70000">
                <a:srgbClr val="40164C">
                  <a:alpha val="39000"/>
                </a:srgbClr>
              </a:gs>
              <a:gs pos="80000">
                <a:srgbClr val="250622">
                  <a:alpha val="46000"/>
                </a:srgbClr>
              </a:gs>
              <a:gs pos="90000">
                <a:srgbClr val="090105">
                  <a:alpha val="53000"/>
                </a:srgbClr>
              </a:gs>
              <a:gs pos="100000">
                <a:srgbClr val="000000">
                  <a:alpha val="60000"/>
                </a:srgbClr>
              </a:gs>
            </a:gsLst>
            <a:path path="circle">
              <a:fillToRect l="50000" t="35000" r="50000" b="65000"/>
            </a:path>
          </a:gradFill>
          <a:xfrm>
            <a:off x="6181725" y="1266825"/>
            <a:ext cx="2576512" cy="219075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362700" y="16192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surf.spotlight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7813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99.8%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2700" y="31337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spotlight</a:t>
            </a:r>
          </a:p>
        </p:txBody>
      </p:sp>
      <p:sp>
        <p:nvSpPr>
          <p:cNvPr id="27" name="Rectangle 26"/>
          <p:cNvSpPr/>
          <p:nvPr/>
        </p:nvSpPr>
        <p:spPr>
          <a:gradFill flip="none" rotWithShape="1">
            <a:gsLst>
              <a:gs pos="0">
                <a:srgbClr val="F5F5F7">
                  <a:alpha val="40000"/>
                </a:srgbClr>
              </a:gs>
              <a:gs pos="16667">
                <a:srgbClr val="F5F5F7">
                  <a:alpha val="33333"/>
                </a:srgbClr>
              </a:gs>
              <a:gs pos="33333">
                <a:srgbClr val="F5F5F7">
                  <a:alpha val="26667"/>
                </a:srgbClr>
              </a:gs>
              <a:gs pos="50000">
                <a:srgbClr val="F5F5F7">
                  <a:alpha val="20000"/>
                </a:srgbClr>
              </a:gs>
              <a:gs pos="66667">
                <a:srgbClr val="F5F5F7">
                  <a:alpha val="13333"/>
                </a:srgbClr>
              </a:gs>
              <a:gs pos="83333">
                <a:srgbClr val="F5F5F7">
                  <a:alpha val="66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254954" y="-657701"/>
            <a:ext cx="4637722" cy="463772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gradFill flip="none" rotWithShape="1">
            <a:gsLst>
              <a:gs pos="0">
                <a:srgbClr val="A78BFA">
                  <a:alpha val="35000"/>
                </a:srgbClr>
              </a:gs>
              <a:gs pos="16667">
                <a:srgbClr val="A78BFA">
                  <a:alpha val="29167"/>
                </a:srgbClr>
              </a:gs>
              <a:gs pos="33333">
                <a:srgbClr val="A78BFA">
                  <a:alpha val="23333"/>
                </a:srgbClr>
              </a:gs>
              <a:gs pos="50000">
                <a:srgbClr val="A78BFA">
                  <a:alpha val="17500"/>
                </a:srgbClr>
              </a:gs>
              <a:gs pos="66667">
                <a:srgbClr val="A78BFA">
                  <a:alpha val="11667"/>
                </a:srgbClr>
              </a:gs>
              <a:gs pos="83333">
                <a:srgbClr val="A78BFA">
                  <a:alpha val="5833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899083" y="-85487"/>
            <a:ext cx="4895374" cy="489537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gradFill flip="none" rotWithShape="1">
            <a:gsLst>
              <a:gs pos="0">
                <a:srgbClr val="A1A1AA">
                  <a:alpha val="40000"/>
                </a:srgbClr>
              </a:gs>
              <a:gs pos="16667">
                <a:srgbClr val="A1A1AA">
                  <a:alpha val="33333"/>
                </a:srgbClr>
              </a:gs>
              <a:gs pos="33333">
                <a:srgbClr val="A1A1AA">
                  <a:alpha val="26667"/>
                </a:srgbClr>
              </a:gs>
              <a:gs pos="50000">
                <a:srgbClr val="A1A1AA">
                  <a:alpha val="20000"/>
                </a:srgbClr>
              </a:gs>
              <a:gs pos="66667">
                <a:srgbClr val="A1A1AA">
                  <a:alpha val="13333"/>
                </a:srgbClr>
              </a:gs>
              <a:gs pos="83333">
                <a:srgbClr val="A1A1AA">
                  <a:alpha val="6667"/>
                </a:srgbClr>
              </a:gs>
              <a:gs pos="100000">
                <a:srgbClr val="A1A1A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8620506" y="744379"/>
            <a:ext cx="4637722" cy="463772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30000">
                <a:srgbClr val="A78BFA">
                  <a:alpha val="10000"/>
                </a:srgbClr>
              </a:gs>
              <a:gs pos="60000">
                <a:srgbClr val="F472B6">
                  <a:alpha val="18000"/>
                </a:srgbClr>
              </a:gs>
              <a:gs pos="90000">
                <a:srgbClr val="FB923C">
                  <a:alpha val="10000"/>
                </a:srgbClr>
              </a:gs>
              <a:gs pos="100000">
                <a:srgbClr val="FB923C">
                  <a:alpha val="10000"/>
                </a:srgbClr>
              </a:gs>
            </a:gsLst>
            <a:lin ang="5400000" scaled="0"/>
          </a:gradFill>
          <a:xfrm>
            <a:off x="8929688" y="1266825"/>
            <a:ext cx="2576512" cy="219075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110662" y="16192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surf.aurora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0662" y="27813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2.4s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0662" y="31337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aurora</a:t>
            </a:r>
          </a:p>
        </p:txBody>
      </p:sp>
      <p:sp>
        <p:nvSpPr>
          <p:cNvPr id="34" name="Rounded Rectangle 33"/>
          <p:cNvSpPr/>
          <p:nvPr/>
        </p:nvSpPr>
        <p:spPr>
          <a:gradFill flip="none" rotWithShape="1">
            <a:gsLst>
              <a:gs pos="0">
                <a:srgbClr val="F472B6"/>
              </a:gs>
              <a:gs pos="16667">
                <a:srgbClr val="FC73A2"/>
              </a:gs>
              <a:gs pos="33333">
                <a:srgbClr val="FF768D"/>
              </a:gs>
              <a:gs pos="50000">
                <a:srgbClr val="FF7B79"/>
              </a:gs>
              <a:gs pos="66667">
                <a:srgbClr val="FF8164"/>
              </a:gs>
              <a:gs pos="83333">
                <a:srgbClr val="FF8950"/>
              </a:gs>
              <a:gs pos="100000">
                <a:srgbClr val="FB923C"/>
              </a:gs>
            </a:gsLst>
            <a:lin ang="2700000" scaled="0"/>
          </a:gradFill>
          <a:xfrm>
            <a:off x="685800" y="3629025"/>
            <a:ext cx="2576512" cy="2190750"/>
          </a:xfrm>
          <a:prstGeom prst="roundRect">
            <a:avLst/>
          </a:prstGeom>
          <a:ln w="9525">
            <a:solidFill>
              <a:srgbClr val="FFFFFF"/>
            </a:solidFill>
          </a:ln>
          <a:effectLst>
            <a:innerShdw blurRad="0" dist="9525" dir="5400000">
              <a:srgbClr val="FFFFFF">
                <a:alpha val="45000"/>
              </a:srgbClr>
            </a:innerShdw>
            <a:outerShdw blurRad="228600" dist="114300" dir="5400000" algn="ctr" rotWithShape="0">
              <a:srgbClr val="F472B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gradFill flip="none" rotWithShape="1">
            <a:gsLst>
              <a:gs pos="0">
                <a:srgbClr val="ffffff">
                  <a:alpha val="30000"/>
                </a:srgbClr>
              </a:gs>
              <a:gs pos="16667">
                <a:srgbClr val="FFFFFF">
                  <a:alpha val="25000"/>
                </a:srgbClr>
              </a:gs>
              <a:gs pos="33333">
                <a:srgbClr val="FFFFFF">
                  <a:alpha val="20000"/>
                </a:srgbClr>
              </a:gs>
              <a:gs pos="50000">
                <a:srgbClr val="FFFFFF">
                  <a:alpha val="15000"/>
                </a:srgbClr>
              </a:gs>
              <a:gs pos="66667">
                <a:srgbClr val="FFFFFF">
                  <a:alpha val="10000"/>
                </a:srgbClr>
              </a:gs>
              <a:gs pos="83333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685800" y="3629025"/>
            <a:ext cx="2576512" cy="109537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85800" y="3629025"/>
            <a:ext cx="2576512" cy="2190750"/>
          </a:xfrm>
          <a:prstGeom prst="rect">
            <a:avLst/>
          </a:prstGeom>
          <a:noFill/>
          <a:ln w="9525">
            <a:solidFill>
              <a:srgbClr val="FFFFFF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66775" y="39814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surf.tactile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775" y="51435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1E1B4B"/>
                </a:solidFill>
                <a:latin typeface="Inter"/>
              </a:rPr>
              <a:t>$28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775" y="54959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E1B4B"/>
                </a:solidFill>
                <a:latin typeface="Inter"/>
              </a:rPr>
              <a:t>tactile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33762" y="3629025"/>
            <a:ext cx="2576512" cy="2190750"/>
          </a:xfrm>
          <a:prstGeom prst="roundRect">
            <a:avLst/>
          </a:prstGeom>
          <a:solidFill>
            <a:srgbClr val="050510"/>
          </a:solidFill>
          <a:ln w="9525">
            <a:solidFill>
              <a:srgbClr val="FFFFFF"/>
            </a:solidFill>
          </a:ln>
          <a:effectLst>
            <a:innerShdw blurRad="76200" dist="19050" dir="5400000">
              <a:srgbClr val="000000">
                <a:alpha val="55000"/>
              </a:srgbClr>
            </a:innerShdw>
            <a:innerShdw blurRad="0" dist="9525" dir="16200000">
              <a:srgbClr val="FFFFFF">
                <a:alpha val="4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433762" y="3629025"/>
            <a:ext cx="2576512" cy="2190750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614738" y="398145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surf.recessed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4738" y="51435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34D399"/>
                </a:solidFill>
                <a:latin typeface="Inter"/>
              </a:rPr>
              <a:t>git diff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4738" y="54959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recessed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163" y="3563104"/>
            <a:ext cx="2687636" cy="2322592"/>
          </a:xfrm>
          <a:prstGeom prst="roundRect">
            <a:avLst/>
          </a:prstGeom>
          <a:solidFill>
            <a:srgbClr val="F5F5F7"/>
          </a:solidFill>
          <a:ln w="57150">
            <a:solidFill>
              <a:srgbClr val="F5F5F7"/>
            </a:solidFill>
          </a:ln>
          <a:effectLst>
            <a:outerShdw blurRad="381000" dist="152400" dir="5400000" algn="ctr" rotWithShape="0">
              <a:srgbClr val="000000">
                <a:alpha val="45000"/>
              </a:srgbClr>
            </a:outerShdw>
            <a:outerShdw blurRad="762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375386" y="3974570"/>
            <a:ext cx="2121393" cy="206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surf.sticker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0720" y="5030396"/>
            <a:ext cx="2135351" cy="4723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06060C"/>
                </a:solidFill>
                <a:latin typeface="Inter"/>
              </a:rPr>
              <a:t>★ 4.9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9663" y="5391850"/>
            <a:ext cx="2123885" cy="253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6060C"/>
                </a:solidFill>
                <a:latin typeface="Inter"/>
              </a:rPr>
              <a:t>sticker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9688" y="3629025"/>
            <a:ext cx="2576512" cy="219075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>
            <a:outerShdw blurRad="381000" dist="1524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9063038" y="3762375"/>
            <a:ext cx="23098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surf.polaroid</a:t>
            </a:r>
          </a:p>
        </p:txBody>
      </p:sp>
      <p:sp>
        <p:nvSpPr>
          <p:cNvPr id="51" name="Rounded Rectangle 50"/>
          <p:cNvSpPr/>
          <p:nvPr/>
        </p:nvSpPr>
        <p:spPr>
          <a:gradFill flip="none" rotWithShape="1">
            <a:gsLst>
              <a:gs pos="0">
                <a:srgbClr val="0EA5E9"/>
              </a:gs>
              <a:gs pos="8333">
                <a:srgbClr val="309CF5"/>
              </a:gs>
              <a:gs pos="16667">
                <a:srgbClr val="4D91FE"/>
              </a:gs>
              <a:gs pos="25000">
                <a:srgbClr val="6784FF"/>
              </a:gs>
              <a:gs pos="33333">
                <a:srgbClr val="7E76FF"/>
              </a:gs>
              <a:gs pos="41667">
                <a:srgbClr val="9466FF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9063038" y="3990975"/>
            <a:ext cx="2309812" cy="1238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9063038" y="5438775"/>
            <a:ext cx="230981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Inter"/>
              </a:rPr>
              <a:t>— shipped 04 /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2671" y="6515100"/>
            <a:ext cx="13235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10 · SURFACES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143875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Type treatments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1352550"/>
            <a:ext cx="5010150" cy="72390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52550"/>
            <a:ext cx="8185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type.gfill-2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1676400"/>
            <a:ext cx="493395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VELOCITY.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6975" y="1352550"/>
            <a:ext cx="5010150" cy="72390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276975" y="1352550"/>
            <a:ext cx="8185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type.gfill-4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175" y="1676400"/>
            <a:ext cx="493395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gradFill rotWithShape="1">
                  <a:gsLst>
                    <a:gs pos="0">
                      <a:srgbClr val="60A5FA"/>
                    </a:gs>
                    <a:gs pos="35000">
                      <a:srgbClr val="A78BFA"/>
                    </a:gs>
                    <a:gs pos="70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VELOCITY.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2514600"/>
            <a:ext cx="5010150" cy="75247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28675" y="2514600"/>
            <a:ext cx="83135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type.stroke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2809875"/>
            <a:ext cx="493395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latin typeface="Inter"/>
              </a:rPr>
              <a:t>VELOCITY.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6975" y="2514600"/>
            <a:ext cx="5010150" cy="75247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276975" y="2514600"/>
            <a:ext cx="124524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type.stroke-thick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2809875"/>
            <a:ext cx="493395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latin typeface="Inter"/>
              </a:rPr>
              <a:t>VELOCITY.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3676650"/>
            <a:ext cx="1317278" cy="6667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28675" y="3676650"/>
            <a:ext cx="68059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type.echo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3943350"/>
            <a:ext cx="1069628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3943350"/>
            <a:ext cx="1069628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943350"/>
            <a:ext cx="1069628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3943350"/>
            <a:ext cx="1069628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>RUSH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975" y="3676650"/>
            <a:ext cx="1964085" cy="933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76975" y="3676650"/>
            <a:ext cx="119449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type.longshadow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3675" y="4095750"/>
            <a:ext cx="1697385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5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4038600"/>
            <a:ext cx="1697385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5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850" y="3971925"/>
            <a:ext cx="1697385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5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3175" y="3905250"/>
            <a:ext cx="1697385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5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675" y="4838700"/>
            <a:ext cx="3902571" cy="68773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28675" y="4838700"/>
            <a:ext cx="72509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type.mixed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" y="5183535"/>
            <a:ext cx="103257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we 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0073" y="5183535"/>
            <a:ext cx="863501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latin typeface="Inter"/>
              </a:rPr>
              <a:t>slides,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6202" y="5183535"/>
            <a:ext cx="1785045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and systems.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975" y="4838700"/>
            <a:ext cx="1484709" cy="900112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276975" y="4838700"/>
            <a:ext cx="148470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type.kinetic-baseline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3175" y="4986338"/>
            <a:ext cx="311944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A78BFA"/>
                </a:solidFill>
                <a:latin typeface="Inter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5119" y="5043488"/>
            <a:ext cx="108793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BFA6FB"/>
                </a:solidFill>
                <a:latin typeface="Inter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73912" y="5100638"/>
            <a:ext cx="286792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DBCFFD"/>
                </a:solidFill>
                <a:latin typeface="Inter"/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0704" y="5157788"/>
            <a:ext cx="286792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472B6"/>
                </a:solidFill>
                <a:latin typeface="Inter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7496" y="5214938"/>
            <a:ext cx="108793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B923C"/>
                </a:solidFill>
                <a:latin typeface="Inter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6000750"/>
            <a:ext cx="11363325" cy="52387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828675" y="6000750"/>
            <a:ext cx="9328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type.marquee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875" y="6162675"/>
            <a:ext cx="103822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SHIP · </a:t>
            </a:r>
            <a:r>
              <a:rPr sz="270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270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270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270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2700" b="1" i="0" u="none">
                <a:solidFill>
                  <a:srgbClr val="27272A"/>
                </a:solidFill>
                <a:latin typeface="Inter"/>
              </a:rPr>
              <a:t xml:space="preserve"> · 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6848475"/>
            <a:ext cx="10458450" cy="9525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28675" y="6848475"/>
            <a:ext cx="92333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type.dropcap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875" y="6848475"/>
            <a:ext cx="10382250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There is a moment in every render where the system stops behaving like a screenshot tool and starts behaving like a compiler — every pixel that stays editable compounds across every translation, theme swap, and revision your team will ever ship.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0130" y="6515100"/>
            <a:ext cx="189607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04 / 10 · TYPE TREATMENTS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Media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10</a:t>
            </a:r>
          </a:p>
        </p:txBody>
      </p:sp>
      <p:sp>
        <p:nvSpPr>
          <p:cNvPr id="6" name="Oval 5"/>
          <p:cNvSpPr/>
          <p:nvPr/>
        </p:nvSpPr>
        <p:spPr>
          <a:gradFill flip="none" rotWithShape="1">
            <a:gsLst>
              <a:gs pos="0">
                <a:srgbClr val="0EA5E9"/>
              </a:gs>
              <a:gs pos="8333">
                <a:srgbClr val="309CF5"/>
              </a:gs>
              <a:gs pos="16667">
                <a:srgbClr val="4D91FE"/>
              </a:gs>
              <a:gs pos="25000">
                <a:srgbClr val="6784FF"/>
              </a:gs>
              <a:gs pos="33333">
                <a:srgbClr val="7E76FF"/>
              </a:gs>
              <a:gs pos="41667">
                <a:srgbClr val="9466FF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1000125" y="1457325"/>
            <a:ext cx="1905000" cy="1905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4875" y="3705225"/>
            <a:ext cx="66630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mask.disc</a:t>
            </a:r>
          </a:p>
        </p:txBody>
      </p:sp>
      <p:sp>
        <p:nvSpPr>
          <p:cNvPr id="8" name="Rounded Rectangle 7"/>
          <p:cNvSpPr/>
          <p:nvPr/>
        </p:nvSpPr>
        <p:spPr>
          <a:gradFill flip="none" rotWithShape="1">
            <a:gsLst>
              <a:gs pos="0">
                <a:srgbClr val="FBBF24"/>
              </a:gs>
              <a:gs pos="8333">
                <a:srgbClr val="FDB30B"/>
              </a:gs>
              <a:gs pos="16667">
                <a:srgbClr val="FEA600"/>
              </a:gs>
              <a:gs pos="25000">
                <a:srgbClr val="FE9900"/>
              </a:gs>
              <a:gs pos="33333">
                <a:srgbClr val="FD8D00"/>
              </a:gs>
              <a:gs pos="41667">
                <a:srgbClr val="FC8000"/>
              </a:gs>
              <a:gs pos="50000">
                <a:srgbClr val="F97316"/>
              </a:gs>
              <a:gs pos="58333">
                <a:srgbClr val="F56815"/>
              </a:gs>
              <a:gs pos="66667">
                <a:srgbClr val="F15C16"/>
              </a:gs>
              <a:gs pos="75000">
                <a:srgbClr val="EC5119"/>
              </a:gs>
              <a:gs pos="83333">
                <a:srgbClr val="E7441D"/>
              </a:gs>
              <a:gs pos="91667">
                <a:srgbClr val="E23621"/>
              </a:gs>
              <a:gs pos="100000">
                <a:srgbClr val="DC2626"/>
              </a:gs>
            </a:gsLst>
            <a:lin ang="2700000" scaled="0"/>
          </a:gradFill>
          <a:xfrm>
            <a:off x="3762375" y="1266825"/>
            <a:ext cx="1905000" cy="2286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667125" y="3705225"/>
            <a:ext cx="70901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mask.arch</a:t>
            </a:r>
          </a:p>
        </p:txBody>
      </p:sp>
      <p:sp>
        <p:nvSpPr>
          <p:cNvPr id="10" name="Hexagon 9"/>
          <p:cNvSpPr/>
          <p:nvPr/>
        </p:nvSpPr>
        <p:spPr>
          <a:gradFill flip="none" rotWithShape="1">
            <a:gsLst>
              <a:gs pos="0">
                <a:srgbClr val="34D399"/>
              </a:gs>
              <a:gs pos="8333">
                <a:srgbClr val="00CFAC"/>
              </a:gs>
              <a:gs pos="16667">
                <a:srgbClr val="00C9BD"/>
              </a:gs>
              <a:gs pos="25000">
                <a:srgbClr val="00C2CD"/>
              </a:gs>
              <a:gs pos="33333">
                <a:srgbClr val="00B9D9"/>
              </a:gs>
              <a:gs pos="41667">
                <a:srgbClr val="00B0E3"/>
              </a:gs>
              <a:gs pos="50000">
                <a:srgbClr val="0EA5E9"/>
              </a:gs>
              <a:gs pos="58333">
                <a:srgbClr val="278BD0"/>
              </a:gs>
              <a:gs pos="66667">
                <a:srgbClr val="2F72B7"/>
              </a:gs>
              <a:gs pos="75000">
                <a:srgbClr val="305A9C"/>
              </a:gs>
              <a:gs pos="83333">
                <a:srgbClr val="2D4381"/>
              </a:gs>
              <a:gs pos="91667">
                <a:srgbClr val="272E65"/>
              </a:gs>
              <a:gs pos="100000">
                <a:srgbClr val="1E1B4B"/>
              </a:gs>
            </a:gsLst>
            <a:path path="circle">
              <a:fillToRect l="30000" t="30000" r="70000" b="70000"/>
            </a:path>
          </a:gradFill>
          <a:xfrm>
            <a:off x="6524625" y="1457325"/>
            <a:ext cx="1905000" cy="19050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429375" y="3705225"/>
            <a:ext cx="61719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mask.hex</a:t>
            </a:r>
          </a:p>
        </p:txBody>
      </p:sp>
      <p:sp>
        <p:nvSpPr>
          <p:cNvPr id="12" name="Parallelogram 11"/>
          <p:cNvSpPr/>
          <p:nvPr/>
        </p:nvSpPr>
        <p:spPr>
          <a:gradFill flip="none" rotWithShape="1">
            <a:gsLst>
              <a:gs pos="0">
                <a:srgbClr val="312E81"/>
              </a:gs>
              <a:gs pos="6667">
                <a:srgbClr val="3B3193"/>
              </a:gs>
              <a:gs pos="13333">
                <a:srgbClr val="4734A5"/>
              </a:gs>
              <a:gs pos="20000">
                <a:srgbClr val="5337B7"/>
              </a:gs>
              <a:gs pos="26667">
                <a:srgbClr val="6038CA"/>
              </a:gs>
              <a:gs pos="33333">
                <a:srgbClr val="6D3ADB"/>
              </a:gs>
              <a:gs pos="40000">
                <a:srgbClr val="7C3AED"/>
              </a:gs>
              <a:gs pos="50000">
                <a:srgbClr val="9542E7"/>
              </a:gs>
              <a:gs pos="60000">
                <a:srgbClr val="AC4ADF"/>
              </a:gs>
              <a:gs pos="70000">
                <a:srgbClr val="C153D5"/>
              </a:gs>
              <a:gs pos="80000">
                <a:srgbClr val="D55CCB"/>
              </a:gs>
              <a:gs pos="90000">
                <a:srgbClr val="E566C0"/>
              </a:gs>
              <a:gs pos="100000">
                <a:srgbClr val="F472B6"/>
              </a:gs>
            </a:gsLst>
            <a:lin ang="18900000" scaled="0"/>
          </a:gradFill>
          <a:xfrm>
            <a:off x="9191625" y="1457325"/>
            <a:ext cx="2095500" cy="1905000"/>
          </a:xfrm>
          <a:prstGeom prst="parallelogram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191625" y="3705225"/>
            <a:ext cx="142607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mask.parallelogram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4875" y="3971925"/>
            <a:ext cx="2095500" cy="190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04875" y="6219825"/>
            <a:ext cx="9818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mask.triangle</a:t>
            </a:r>
          </a:p>
        </p:txBody>
      </p:sp>
      <p:sp>
        <p:nvSpPr>
          <p:cNvPr id="16" name="Rectangle 15"/>
          <p:cNvSpPr/>
          <p:nvPr/>
        </p:nvSpPr>
        <p:spPr>
          <a:gradFill flip="none" rotWithShape="1">
            <a:gsLst>
              <a:gs pos="0">
                <a:srgbClr val="FEF3C7"/>
              </a:gs>
              <a:gs pos="6667">
                <a:srgbClr val="FBE5AE"/>
              </a:gs>
              <a:gs pos="13333">
                <a:srgbClr val="FAD795"/>
              </a:gs>
              <a:gs pos="20000">
                <a:srgbClr val="FAC77D"/>
              </a:gs>
              <a:gs pos="26667">
                <a:srgbClr val="FBB766"/>
              </a:gs>
              <a:gs pos="33333">
                <a:srgbClr val="FBA550"/>
              </a:gs>
              <a:gs pos="40000">
                <a:srgbClr val="FB923C"/>
              </a:gs>
              <a:gs pos="50000">
                <a:srgbClr val="F78331"/>
              </a:gs>
              <a:gs pos="60000">
                <a:srgbClr val="F37328"/>
              </a:gs>
              <a:gs pos="70000">
                <a:srgbClr val="EE6322"/>
              </a:gs>
              <a:gs pos="80000">
                <a:srgbClr val="E95120"/>
              </a:gs>
              <a:gs pos="90000">
                <a:srgbClr val="E33E22"/>
              </a:gs>
              <a:gs pos="100000">
                <a:srgbClr val="DC2626"/>
              </a:gs>
            </a:gsLst>
            <a:lin ang="2700000" scaled="0"/>
          </a:gradFill>
          <a:xfrm>
            <a:off x="3762375" y="3971925"/>
            <a:ext cx="1905000" cy="1905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667125" y="6219825"/>
            <a:ext cx="93270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mask.diamond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0C4A6E"/>
              </a:gs>
              <a:gs pos="6667">
                <a:srgbClr val="0E5881"/>
              </a:gs>
              <a:gs pos="13333">
                <a:srgbClr val="106795"/>
              </a:gs>
              <a:gs pos="20000">
                <a:srgbClr val="1176AA"/>
              </a:gs>
              <a:gs pos="26667">
                <a:srgbClr val="1285BE"/>
              </a:gs>
              <a:gs pos="33333">
                <a:srgbClr val="1195D4"/>
              </a:gs>
              <a:gs pos="40000">
                <a:srgbClr val="0EA5E9"/>
              </a:gs>
              <a:gs pos="50000">
                <a:srgbClr val="17B1EC"/>
              </a:gs>
              <a:gs pos="60000">
                <a:srgbClr val="25BCEF"/>
              </a:gs>
              <a:gs pos="70000">
                <a:srgbClr val="34C8F2"/>
              </a:gs>
              <a:gs pos="80000">
                <a:srgbClr val="45D3F4"/>
              </a:gs>
              <a:gs pos="90000">
                <a:srgbClr val="56DEF7"/>
              </a:gs>
              <a:gs pos="100000">
                <a:srgbClr val="67E8F9"/>
              </a:gs>
            </a:gsLst>
            <a:lin ang="5400000" scaled="0"/>
          </a:gradFill>
          <a:xfrm>
            <a:off x="6429375" y="3971925"/>
            <a:ext cx="2095500" cy="1905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29375" y="6219825"/>
            <a:ext cx="95651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mask.rounded</a:t>
            </a:r>
          </a:p>
        </p:txBody>
      </p:sp>
      <p:sp>
        <p:nvSpPr>
          <p:cNvPr id="20" name="Rounded Rectangle 19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9191625" y="3876675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10267950" y="3876675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9191625" y="4953000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10267950" y="4953000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191625" y="6219825"/>
            <a:ext cx="8454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mask.mosaic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5411" y="6515100"/>
            <a:ext cx="15507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10 · MEDIA MASKS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Decorative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06 / 10</a:t>
            </a:r>
          </a:p>
        </p:txBody>
      </p:sp>
      <p:sp>
        <p:nvSpPr>
          <p:cNvPr id="6" name="Oval 5"/>
          <p:cNvSpPr/>
          <p:nvPr/>
        </p:nvSpPr>
        <p:spPr>
          <a:xfrm>
            <a:off x="4460081" y="2081212"/>
            <a:ext cx="533400" cy="533400"/>
          </a:xfrm>
          <a:prstGeom prst="ellipse">
            <a:avLst/>
          </a:prstGeom>
          <a:noFill/>
          <a:ln w="14288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593431" y="2214562"/>
            <a:ext cx="266700" cy="266700"/>
          </a:xfrm>
          <a:prstGeom prst="ellipse">
            <a:avLst/>
          </a:prstGeom>
          <a:noFill/>
          <a:ln w="14288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 7"/>
          <p:cNvCxnSpPr/>
          <p:nvPr/>
        </p:nvCxnSpPr>
        <p:spPr>
          <a:xfrm>
            <a:off x="4345781" y="2347912"/>
            <a:ext cx="762000" cy="0"/>
          </a:xfrm>
          <a:prstGeom prst="line">
            <a:avLst/>
          </a:prstGeom>
          <a:ln w="14288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26781" y="1966912"/>
            <a:ext cx="0" cy="762000"/>
          </a:xfrm>
          <a:prstGeom prst="line">
            <a:avLst/>
          </a:prstGeom>
          <a:ln w="14288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698206" y="2319338"/>
            <a:ext cx="57150" cy="5715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 10"/>
          <p:cNvCxnSpPr/>
          <p:nvPr/>
        </p:nvCxnSpPr>
        <p:spPr>
          <a:xfrm>
            <a:off x="6512719" y="2347912"/>
            <a:ext cx="1905000" cy="0"/>
          </a:xfrm>
          <a:prstGeom prst="line">
            <a:avLst/>
          </a:prstGeom>
          <a:ln w="9525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12719" y="2290762"/>
            <a:ext cx="0" cy="114300"/>
          </a:xfrm>
          <a:prstGeom prst="line">
            <a:avLst/>
          </a:prstGeom>
          <a:ln w="14288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88969" y="2309812"/>
            <a:ext cx="0" cy="76200"/>
          </a:xfrm>
          <a:prstGeom prst="line">
            <a:avLst/>
          </a:prstGeom>
          <a:ln w="9525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65219" y="2309812"/>
            <a:ext cx="0" cy="76200"/>
          </a:xfrm>
          <a:prstGeom prst="line">
            <a:avLst/>
          </a:prstGeom>
          <a:ln w="9525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41469" y="2309812"/>
            <a:ext cx="0" cy="76200"/>
          </a:xfrm>
          <a:prstGeom prst="line">
            <a:avLst/>
          </a:prstGeom>
          <a:ln w="9525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7719" y="2290762"/>
            <a:ext cx="0" cy="114300"/>
          </a:xfrm>
          <a:prstGeom prst="line">
            <a:avLst/>
          </a:prstGeom>
          <a:ln w="14288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12719" y="2450782"/>
            <a:ext cx="76200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 i="0">
                <a:solidFill>
                  <a:srgbClr val="71717A"/>
                </a:solidFill>
                <a:latin typeface="Inter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2469" y="2450782"/>
            <a:ext cx="141446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 i="0">
                <a:solidFill>
                  <a:srgbClr val="71717A"/>
                </a:solidFill>
                <a:latin typeface="Inter"/>
              </a:rPr>
              <a:t>100</a:t>
            </a:r>
          </a:p>
        </p:txBody>
      </p:sp>
      <p:sp>
        <p:nvSpPr>
          <p:cNvPr id="19" name="Oval 18"/>
          <p:cNvSpPr/>
          <p:nvPr/>
        </p:nvSpPr>
        <p:spPr>
          <a:xfrm>
            <a:off x="9670256" y="4357688"/>
            <a:ext cx="1066800" cy="1066800"/>
          </a:xfrm>
          <a:prstGeom prst="ellipse">
            <a:avLst/>
          </a:pr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9784556" y="4471988"/>
            <a:ext cx="838200" cy="838200"/>
          </a:xfrm>
          <a:prstGeom prst="ellipse">
            <a:avLst/>
          </a:prstGeom>
          <a:noFill/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965293" y="4753928"/>
            <a:ext cx="476726" cy="1547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>
                <a:solidFill>
                  <a:srgbClr val="F472B6"/>
                </a:solidFill>
                <a:latin typeface="Inter"/>
              </a:rPr>
              <a:t>SHIPPED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4338" y="4940618"/>
            <a:ext cx="518636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F472B6"/>
                </a:solidFill>
                <a:latin typeface="Inter"/>
              </a:rPr>
              <a:t>2026 · 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0466" y="6515100"/>
            <a:ext cx="20657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06 / 10 · DECORATIVE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Data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07 / 10</a:t>
            </a:r>
          </a:p>
        </p:txBody>
      </p:sp>
      <p:sp>
        <p:nvSpPr>
          <p:cNvPr id="6" name="Oval 5"/>
          <p:cNvSpPr/>
          <p:nvPr/>
        </p:nvSpPr>
        <p:spPr>
          <a:xfrm>
            <a:off x="1569244" y="1695450"/>
            <a:ext cx="838200" cy="838200"/>
          </a:xfrm>
          <a:prstGeom prst="ellipse">
            <a:avLst/>
          </a:prstGeom>
          <a:noFill/>
          <a:ln w="85725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569244" y="1695450"/>
            <a:ext cx="838200" cy="838200"/>
          </a:xfrm>
          <a:prstGeom prst="ellipse">
            <a:avLst/>
          </a:prstGeom>
          <a:noFill/>
          <a:ln w="857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873091" y="1998865"/>
            <a:ext cx="230505" cy="261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F5F5F7"/>
                </a:solidFill>
                <a:latin typeface="Inter"/>
              </a:rPr>
              <a:t>75</a:t>
            </a:r>
          </a:p>
        </p:txBody>
      </p:sp>
      <p:sp>
        <p:nvSpPr>
          <p:cNvPr id="9" name="Freeform 8"/>
          <p:cNvSpPr/>
          <p:nvPr/>
        </p:nvSpPr>
        <p:spPr>
          <a:xfrm>
            <a:off x="3895509" y="1750868"/>
            <a:ext cx="1662545" cy="83127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0" y="45142"/>
                  <a:pt x="22571" y="0"/>
                  <a:pt x="50000" y="0"/>
                </a:cubicBezTo>
                <a:cubicBezTo>
                  <a:pt x="77429" y="0"/>
                  <a:pt x="100000" y="45142"/>
                  <a:pt x="100000" y="100000"/>
                </a:cubicBezTo>
              </a:path>
            </a:pathLst>
          </a:custGeom>
          <a:noFill/>
          <a:ln w="133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3892828" y="1705789"/>
            <a:ext cx="1249590" cy="87635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15" y="100000"/>
                </a:moveTo>
                <a:cubicBezTo>
                  <a:pt x="0" y="66002"/>
                  <a:pt x="12620" y="34343"/>
                  <a:pt x="33216" y="17212"/>
                </a:cubicBezTo>
                <a:cubicBezTo>
                  <a:pt x="53812" y="81"/>
                  <a:pt x="79351" y="0"/>
                  <a:pt x="100000" y="17001"/>
                </a:cubicBezTo>
              </a:path>
            </a:pathLst>
          </a:custGeom>
          <a:noFill/>
          <a:ln w="133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085268" y="1797627"/>
            <a:ext cx="114300" cy="114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6343650" y="1788275"/>
            <a:ext cx="2243138" cy="53019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3636" y="80769"/>
                </a:lnTo>
                <a:lnTo>
                  <a:pt x="27273" y="90385"/>
                </a:lnTo>
                <a:lnTo>
                  <a:pt x="40909" y="42308"/>
                </a:lnTo>
                <a:lnTo>
                  <a:pt x="54545" y="57692"/>
                </a:lnTo>
                <a:lnTo>
                  <a:pt x="68182" y="19231"/>
                </a:lnTo>
                <a:lnTo>
                  <a:pt x="81818" y="30769"/>
                </a:lnTo>
                <a:lnTo>
                  <a:pt x="100000" y="0"/>
                </a:lnTo>
              </a:path>
            </a:pathLst>
          </a:custGeom>
          <a:noFill/>
          <a:ln w="285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548688" y="1750175"/>
            <a:ext cx="76200" cy="76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082088" y="2216511"/>
            <a:ext cx="142745" cy="30588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286009" y="2114550"/>
            <a:ext cx="142745" cy="40784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489931" y="2155334"/>
            <a:ext cx="142745" cy="367059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693852" y="1931021"/>
            <a:ext cx="142745" cy="59137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897774" y="2032981"/>
            <a:ext cx="142745" cy="4894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101695" y="1849452"/>
            <a:ext cx="142745" cy="672941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305617" y="1910628"/>
            <a:ext cx="142745" cy="611765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509539" y="1767883"/>
            <a:ext cx="142745" cy="75451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713460" y="1890236"/>
            <a:ext cx="142745" cy="632157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0917382" y="1727099"/>
            <a:ext cx="142745" cy="79529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85800" y="3362325"/>
            <a:ext cx="2605088" cy="19812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28675" y="3467100"/>
            <a:ext cx="9136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data.heatmap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75" y="354330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heatmap · 8×4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6775" y="3900488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1150739" y="3900488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1434703" y="3900488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1718667" y="3900488"/>
            <a:ext cx="255389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2002631" y="3900488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2286595" y="3900488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2570559" y="3900488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2854523" y="3900488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866775" y="4062412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1150739" y="4062412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1434703" y="4062412"/>
            <a:ext cx="255389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1718667" y="4062412"/>
            <a:ext cx="255389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2002631" y="4062412"/>
            <a:ext cx="255389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2286595" y="4062412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2570559" y="4062412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2854523" y="4062412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866775" y="4224338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1150739" y="4224338"/>
            <a:ext cx="255389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1434703" y="4224338"/>
            <a:ext cx="255389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1718667" y="4224338"/>
            <a:ext cx="255389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2002631" y="4224338"/>
            <a:ext cx="255389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2286595" y="4224338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2570559" y="4224338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2854523" y="4224338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866775" y="4386262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1150739" y="4386262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1434703" y="4386262"/>
            <a:ext cx="255389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1718667" y="4386262"/>
            <a:ext cx="255389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2002631" y="4386262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2286595" y="4386262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/>
          <p:cNvSpPr/>
          <p:nvPr/>
        </p:nvSpPr>
        <p:spPr>
          <a:xfrm>
            <a:off x="2570559" y="4386262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/>
          <p:cNvSpPr/>
          <p:nvPr/>
        </p:nvSpPr>
        <p:spPr>
          <a:xfrm>
            <a:off x="2854523" y="4386262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866775" y="485775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28 dau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67112" y="3467100"/>
            <a:ext cx="2281238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3567112" y="3467100"/>
            <a:ext cx="9816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data.kpi-delta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05212" y="354330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kpi · delta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05212" y="4119562"/>
            <a:ext cx="943273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2.4M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05635" y="4329112"/>
            <a:ext cx="226368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 i="0" u="none">
                <a:solidFill>
                  <a:srgbClr val="34D399"/>
                </a:solidFill>
                <a:latin typeface="Inter"/>
              </a:rPr>
              <a:t>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9153" y="4386262"/>
            <a:ext cx="58638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Inter"/>
              </a:rPr>
              <a:t>+18.2%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5212" y="50482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vs Q1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5550" y="3467100"/>
            <a:ext cx="5886450" cy="16954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6305550" y="3467100"/>
            <a:ext cx="7945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data.ticker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43650" y="3543300"/>
            <a:ext cx="49815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ticker · live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43650" y="5019675"/>
            <a:ext cx="96649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SHIP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2,184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81590" y="5019675"/>
            <a:ext cx="89520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STAR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14k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48241" y="5019675"/>
            <a:ext cx="63951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BUG </a:t>
            </a:r>
            <a:r>
              <a:rPr sz="975" b="1" i="0" u="none">
                <a:solidFill>
                  <a:srgbClr val="F472B6"/>
                </a:solidFill>
                <a:latin typeface="Inter"/>
              </a:rPr>
              <a:t>▼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59205" y="5019675"/>
            <a:ext cx="95369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NET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99.8%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84346" y="5019675"/>
            <a:ext cx="82644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LAT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2.4s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82239" y="5019675"/>
            <a:ext cx="70976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ARR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14.2M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8675" y="5581650"/>
            <a:ext cx="5019675" cy="628650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828675" y="5581650"/>
            <a:ext cx="114359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data.logo-cloud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775" y="5657850"/>
            <a:ext cx="49815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logo cloud · trusted by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6775" y="5772150"/>
            <a:ext cx="422523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vercel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60748" y="5772150"/>
            <a:ext cx="388441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linear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20639" y="5786438"/>
            <a:ext cx="56614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stripe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58232" y="5786438"/>
            <a:ext cx="6005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notion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30203" y="5772150"/>
            <a:ext cx="456158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cursor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57811" y="5772150"/>
            <a:ext cx="512564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raycast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1825" y="5786438"/>
            <a:ext cx="83745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supabase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6775" y="6038850"/>
            <a:ext cx="481608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resend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26662" y="6515100"/>
            <a:ext cx="17795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07 / 10 · DATA PRIMITIVES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20617"/>
              </a:gs>
              <a:gs pos="16667">
                <a:srgbClr val="04091F"/>
              </a:gs>
              <a:gs pos="33333">
                <a:srgbClr val="070D28"/>
              </a:gs>
              <a:gs pos="50000">
                <a:srgbClr val="0C1030"/>
              </a:gs>
              <a:gs pos="66667">
                <a:srgbClr val="111439"/>
              </a:gs>
              <a:gs pos="83333">
                <a:srgbClr val="181842"/>
              </a:gs>
              <a:gs pos="100000">
                <a:srgbClr val="1E1B4B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Motion implication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75" y="1371600"/>
            <a:ext cx="3575000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71600"/>
            <a:ext cx="840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6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FFFFFF"/>
                </a:solidFill>
                <a:latin typeface="Inter"/>
              </a:rPr>
              <a:t>RUSH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476625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echo · ghost-stack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000" y="1266825"/>
            <a:ext cx="3517850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479875" y="1371600"/>
            <a:ext cx="10596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motion.shutter</a:t>
            </a:r>
          </a:p>
        </p:txBody>
      </p:sp>
      <p:sp>
        <p:nvSpPr>
          <p:cNvPr id="15" name="Rectangle 14"/>
          <p:cNvSpPr/>
          <p:nvPr/>
        </p:nvSpPr>
        <p:spPr>
          <a:gradFill flip="none"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10000"/>
                </a:srgbClr>
              </a:gs>
            </a:gsLst>
            <a:lin ang="0" scaled="0"/>
          </a:gradFill>
          <a:xfrm>
            <a:off x="4517975" y="1447800"/>
            <a:ext cx="3155900" cy="1143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689425" y="1757362"/>
            <a:ext cx="2031057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Inter"/>
              </a:rPr>
              <a:t>SHUTTER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3476625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shutter · stripes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3200" y="1809750"/>
            <a:ext cx="1714500" cy="0"/>
          </a:xfrm>
          <a:prstGeom prst="line">
            <a:avLst/>
          </a:prstGeom>
          <a:ln w="1905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04200" y="2000250"/>
            <a:ext cx="1714500" cy="0"/>
          </a:xfrm>
          <a:prstGeom prst="line">
            <a:avLst/>
          </a:prstGeom>
          <a:ln w="1905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3200" y="2190750"/>
            <a:ext cx="2476500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85200" y="2381250"/>
            <a:ext cx="1524000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13700" y="2571750"/>
            <a:ext cx="1714500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756850" y="2057400"/>
            <a:ext cx="266700" cy="266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10794950" y="200025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0" y="114300"/>
                </a:moveTo>
                <a:lnTo>
                  <a:pt x="152400" y="114300"/>
                </a:lnTo>
                <a:lnTo>
                  <a:pt x="95250" y="0"/>
                </a:lnTo>
                <a:close/>
              </a:path>
            </a:pathLst>
          </a:cu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068363" y="434816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454125" y="4636294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849413" y="434816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239938" y="493395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620938" y="4436269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3020988" y="4738688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406750" y="5124450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802038" y="454342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263625" y="532447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649388" y="5710238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2044675" y="5519738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2425675" y="590073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825725" y="532447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11488" y="5710238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606775" y="591026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167899" y="4935855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558424" y="5131118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948949" y="4740592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339474" y="5326380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729999" y="5131118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2139925" y="4833938"/>
            <a:ext cx="609600" cy="609600"/>
          </a:xfrm>
          <a:prstGeom prst="ellipse">
            <a:avLst/>
          </a:prstGeom>
          <a:noFill/>
          <a:ln w="14288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2387575" y="5081588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4479875" y="4010025"/>
            <a:ext cx="7264209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479875" y="4010025"/>
            <a:ext cx="109299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motion.marquee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9194" y="4257675"/>
            <a:ext cx="3213462" cy="409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 · 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 · 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7975" y="6115050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marquee · skewed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1076" y="4010025"/>
            <a:ext cx="3194149" cy="22193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8131076" y="4010025"/>
            <a:ext cx="99774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motion.kinetic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9176" y="4124325"/>
            <a:ext cx="415975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85150" y="4191000"/>
            <a:ext cx="145107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BFA6FB"/>
                </a:solidFill>
                <a:latin typeface="Inter"/>
              </a:rPr>
              <a:t>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0258" y="4257675"/>
            <a:ext cx="382339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F472B6"/>
                </a:solidFill>
                <a:latin typeface="Inter"/>
              </a:rPr>
              <a:t>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12597" y="4324350"/>
            <a:ext cx="382339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FB923C"/>
                </a:solidFill>
                <a:latin typeface="Inter"/>
              </a:rPr>
              <a:t>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94937" y="4391025"/>
            <a:ext cx="145107" cy="704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solidFill>
                  <a:srgbClr val="FACC15"/>
                </a:solidFill>
                <a:latin typeface="Inter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69176" y="6115050"/>
            <a:ext cx="315604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kinetic baseline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43145" y="6515100"/>
            <a:ext cx="20630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10 · MOTION IMPLICATION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UI mocks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47775"/>
            <a:ext cx="6245126" cy="3693319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52550"/>
            <a:ext cx="131653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ui.browser-chrome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75" y="1619250"/>
            <a:ext cx="5806976" cy="1724025"/>
          </a:xfrm>
          <a:prstGeom prst="roundRect">
            <a:avLst/>
          </a:prstGeom>
          <a:solidFill>
            <a:srgbClr val="0A0A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14400" y="1628775"/>
            <a:ext cx="5787926" cy="371475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028700" y="1757362"/>
            <a:ext cx="104775" cy="10477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209675" y="1757362"/>
            <a:ext cx="104775" cy="104775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390650" y="1757362"/>
            <a:ext cx="104775" cy="10477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71625" y="1704975"/>
            <a:ext cx="1003004" cy="209550"/>
          </a:xfrm>
          <a:prstGeom prst="rect">
            <a:avLst/>
          </a:prstGeom>
          <a:solidFill>
            <a:srgbClr val="0A0A14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slidify.sh / atoms</a:t>
            </a:r>
          </a:p>
        </p:txBody>
      </p:sp>
      <p:sp>
        <p:nvSpPr>
          <p:cNvPr id="14" name="TextBox 13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16667">
                <a:srgbClr val="211E54"/>
              </a:gs>
              <a:gs pos="33333">
                <a:srgbClr val="24215C"/>
              </a:gs>
              <a:gs pos="50000">
                <a:srgbClr val="282465"/>
              </a:gs>
              <a:gs pos="66667">
                <a:srgbClr val="2B276E"/>
              </a:gs>
              <a:gs pos="83333">
                <a:srgbClr val="2E2B78"/>
              </a:gs>
              <a:gs pos="100000">
                <a:srgbClr val="312E81"/>
              </a:gs>
            </a:gsLst>
            <a:lin ang="4200000" scaled="0"/>
          </a:gradFill>
          <a:xfrm>
            <a:off x="914400" y="2000250"/>
            <a:ext cx="5787926" cy="13335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875" y="3495675"/>
            <a:ext cx="5806976" cy="1264444"/>
          </a:xfrm>
          <a:prstGeom prst="roundRect">
            <a:avLst/>
          </a:prstGeom>
          <a:solidFill>
            <a:srgbClr val="05051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14400" y="3505200"/>
            <a:ext cx="5787926" cy="2667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028700" y="3581400"/>
            <a:ext cx="104775" cy="10477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209675" y="3581400"/>
            <a:ext cx="104775" cy="104775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390650" y="3581400"/>
            <a:ext cx="104775" cy="10477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66800" y="3924300"/>
            <a:ext cx="2775942" cy="65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# compose a deck from atoms</a:t>
            </a:r>
          </a:p>
          <a:p>
            <a:pPr algn="l"/>
            <a:r>
              <a:rPr sz="825" b="0" i="0" u="none">
                <a:solidFill>
                  <a:srgbClr val="C084FC"/>
                </a:solidFill>
                <a:latin typeface="Consolas"/>
              </a:rPr>
              <a:t>from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 slidify </a:t>
            </a:r>
            <a:r>
              <a:rPr sz="825" b="0" i="0" u="none">
                <a:solidFill>
                  <a:srgbClr val="C084FC"/>
                </a:solidFill>
                <a:latin typeface="Consolas"/>
              </a:rPr>
              <a:t>import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 convert</a:t>
            </a:r>
          </a:p>
          <a:p>
            <a:pPr algn="l"/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
          deck = atoms.compose(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"hero"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"bento"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"cta"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>)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>convert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(deck,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"out.pptx"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)
       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5226" y="1247775"/>
            <a:ext cx="4460825" cy="1737122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188101" y="1352550"/>
            <a:ext cx="80724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ui.tab-strip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4301" y="1619250"/>
            <a:ext cx="552524" cy="285750"/>
          </a:xfrm>
          <a:prstGeom prst="rect">
            <a:avLst/>
          </a:prstGeom>
          <a:solidFill>
            <a:srgbClr val="A78BF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Atoms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5820" y="1619250"/>
            <a:ext cx="641542" cy="28575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Recipes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9165" y="1619250"/>
            <a:ext cx="514462" cy="28575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Fonts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6036" y="1619250"/>
            <a:ext cx="533605" cy="28575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Probe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5226" y="3099197"/>
            <a:ext cx="4460825" cy="1841897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188101" y="3203972"/>
            <a:ext cx="65677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ui.search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4301" y="3470672"/>
            <a:ext cx="4022675" cy="390525"/>
          </a:xfrm>
          <a:prstGeom prst="roundRect">
            <a:avLst/>
          </a:prstGeom>
          <a:solidFill>
            <a:srgbClr val="0A0A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616726" y="3594497"/>
            <a:ext cx="8672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search atoms…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2506" y="3575447"/>
            <a:ext cx="343495" cy="18097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1717A"/>
                </a:solidFill>
                <a:latin typeface="Consolas"/>
              </a:rPr>
              <a:t>⌘ 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55394"/>
            <a:ext cx="6245126" cy="8572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28675" y="5160169"/>
            <a:ext cx="73759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ui.toolbar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750" y="5512594"/>
            <a:ext cx="5521226" cy="152400"/>
          </a:xfrm>
          <a:prstGeom prst="rect">
            <a:avLst/>
          </a:prstGeom>
          <a:solidFill>
            <a:srgbClr val="0A0A14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1047750" y="551259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3500" y="5512594"/>
            <a:ext cx="9644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1391" y="5512594"/>
            <a:ext cx="3705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9899" y="5512594"/>
            <a:ext cx="9644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8926" y="551259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4676" y="551259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5226" y="5055394"/>
            <a:ext cx="4460825" cy="8572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7188101" y="5160169"/>
            <a:ext cx="122440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ui.avatar-cluster</a:t>
            </a:r>
          </a:p>
        </p:txBody>
      </p:sp>
      <p:sp>
        <p:nvSpPr>
          <p:cNvPr id="43" name="TextBox 42"/>
          <p:cNvSpPr txBox="1"/>
          <p:nvPr/>
        </p:nvSpPr>
        <p:spPr>
          <a:gradFill flip="none" rotWithShape="1">
            <a:gsLst>
              <a:gs pos="0">
                <a:srgbClr val="FDE68A"/>
              </a:gs>
              <a:gs pos="16667">
                <a:srgbClr val="FFD176"/>
              </a:gs>
              <a:gs pos="33333">
                <a:srgbClr val="FFBA70"/>
              </a:gs>
              <a:gs pos="50000">
                <a:srgbClr val="FFA477"/>
              </a:gs>
              <a:gs pos="66667">
                <a:srgbClr val="FF9087"/>
              </a:gs>
              <a:gs pos="83333">
                <a:srgbClr val="FF7F9E"/>
              </a:gs>
              <a:gs pos="100000">
                <a:srgbClr val="F472B6"/>
              </a:gs>
            </a:gsLst>
            <a:lin ang="2700000" scaled="0"/>
          </a:gradFill>
          <a:xfrm>
            <a:off x="7264301" y="5426869"/>
            <a:ext cx="342900" cy="3429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VR</a:t>
            </a:r>
          </a:p>
        </p:txBody>
      </p:sp>
      <p:sp>
        <p:nvSpPr>
          <p:cNvPr id="44" name="TextBox 43"/>
          <p:cNvSpPr txBox="1"/>
          <p:nvPr/>
        </p:nvSpPr>
        <p:spPr>
          <a:gradFill flip="none" rotWithShape="1">
            <a:gsLst>
              <a:gs pos="0">
                <a:srgbClr val="34D399"/>
              </a:gs>
              <a:gs pos="16667">
                <a:srgbClr val="00D0B3"/>
              </a:gs>
              <a:gs pos="33333">
                <a:srgbClr val="00CBCA"/>
              </a:gs>
              <a:gs pos="50000">
                <a:srgbClr val="00C4DE"/>
              </a:gs>
              <a:gs pos="66667">
                <a:srgbClr val="00BBED"/>
              </a:gs>
              <a:gs pos="83333">
                <a:srgbClr val="37B0F6"/>
              </a:gs>
              <a:gs pos="100000">
                <a:srgbClr val="60A5FA"/>
              </a:gs>
            </a:gsLst>
            <a:lin ang="2700000" scaled="0"/>
          </a:gradFill>
          <a:xfrm>
            <a:off x="7531001" y="5426869"/>
            <a:ext cx="339258" cy="3429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JL</a:t>
            </a:r>
          </a:p>
        </p:txBody>
      </p:sp>
      <p:sp>
        <p:nvSpPr>
          <p:cNvPr id="45" name="TextBox 44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7797701" y="5426869"/>
            <a:ext cx="342900" cy="3429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MK</a:t>
            </a:r>
          </a:p>
        </p:txBody>
      </p:sp>
      <p:sp>
        <p:nvSpPr>
          <p:cNvPr id="46" name="TextBox 45"/>
          <p:cNvSpPr txBox="1"/>
          <p:nvPr/>
        </p:nvSpPr>
        <p:spPr>
          <a:gradFill flip="none" rotWithShape="1">
            <a:gsLst>
              <a:gs pos="0">
                <a:srgbClr val="FB923C"/>
              </a:gs>
              <a:gs pos="16667">
                <a:srgbClr val="FD9B32"/>
              </a:gs>
              <a:gs pos="33333">
                <a:srgbClr val="FFA427"/>
              </a:gs>
              <a:gs pos="50000">
                <a:srgbClr val="FFAE1C"/>
              </a:gs>
              <a:gs pos="66667">
                <a:srgbClr val="FFB813"/>
              </a:gs>
              <a:gs pos="83333">
                <a:srgbClr val="FDC20F"/>
              </a:gs>
              <a:gs pos="100000">
                <a:srgbClr val="FACC15"/>
              </a:gs>
            </a:gsLst>
            <a:lin ang="2700000" scaled="0"/>
          </a:gradFill>
          <a:xfrm>
            <a:off x="8064401" y="5426869"/>
            <a:ext cx="342900" cy="3429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1101" y="5426869"/>
            <a:ext cx="342900" cy="342900"/>
          </a:xfrm>
          <a:prstGeom prst="rect">
            <a:avLst/>
          </a:prstGeom>
          <a:solidFill>
            <a:srgbClr val="27272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+12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07351" y="5526881"/>
            <a:ext cx="95666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16 collaborators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6026944"/>
            <a:ext cx="6245126" cy="10763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828675" y="6131719"/>
            <a:ext cx="56316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ui.toast</a:t>
            </a:r>
          </a:p>
        </p:txBody>
      </p:sp>
      <p:sp>
        <p:nvSpPr>
          <p:cNvPr id="51" name="Rounded Rectangle 50"/>
          <p:cNvSpPr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16667">
                <a:srgbClr val="8465F0">
                  <a:alpha val="18333"/>
                </a:srgbClr>
              </a:gs>
              <a:gs pos="33333">
                <a:srgbClr val="A065EA">
                  <a:alpha val="16667"/>
                </a:srgbClr>
              </a:gs>
              <a:gs pos="50000">
                <a:srgbClr val="B967E1">
                  <a:alpha val="15000"/>
                </a:srgbClr>
              </a:gs>
              <a:gs pos="66667">
                <a:srgbClr val="CF69D5">
                  <a:alpha val="13333"/>
                </a:srgbClr>
              </a:gs>
              <a:gs pos="83333">
                <a:srgbClr val="E36DC6">
                  <a:alpha val="11667"/>
                </a:srgbClr>
              </a:gs>
              <a:gs pos="100000">
                <a:srgbClr val="F472B6">
                  <a:alpha val="10000"/>
                </a:srgbClr>
              </a:gs>
            </a:gsLst>
            <a:lin ang="2700000" scaled="0"/>
          </a:gradFill>
          <a:xfrm>
            <a:off x="904875" y="6398419"/>
            <a:ext cx="5806976" cy="561975"/>
          </a:xfrm>
          <a:prstGeom prst="roundRect">
            <a:avLst/>
          </a:prstGeom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85850" y="6631781"/>
            <a:ext cx="95250" cy="9525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314450" y="6541294"/>
            <a:ext cx="11066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Deck shipped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14450" y="6703219"/>
            <a:ext cx="11066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native_area_ratio · 0.97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29255" y="6515100"/>
            <a:ext cx="127694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09 / 10 · UI MOCKS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atoms · axis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6060C"/>
                </a:solidFill>
                <a:latin typeface="Inter"/>
              </a:rPr>
              <a:t>Annotation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04925"/>
            <a:ext cx="10820400" cy="497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314450"/>
            <a:ext cx="10801350" cy="4953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5663803" y="2800350"/>
            <a:ext cx="1905000" cy="1333500"/>
          </a:xfrm>
          <a:prstGeom prst="roundRect">
            <a:avLst/>
          </a:prstGeom>
          <a:ln>
            <a:noFill/>
          </a:ln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596971" y="2079468"/>
            <a:ext cx="3232798" cy="109344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1765" y="17391"/>
                </a:lnTo>
                <a:lnTo>
                  <a:pt x="10000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791670" y="3134815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7826498" y="2364715"/>
            <a:ext cx="1426235" cy="99836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80000" y="19048"/>
                </a:lnTo>
                <a:lnTo>
                  <a:pt x="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788398" y="3324980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 12"/>
          <p:cNvCxnSpPr/>
          <p:nvPr/>
        </p:nvCxnSpPr>
        <p:spPr>
          <a:xfrm>
            <a:off x="5829770" y="5407349"/>
            <a:ext cx="1949187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29770" y="5350300"/>
            <a:ext cx="0" cy="114099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8957" y="5350300"/>
            <a:ext cx="0" cy="114099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11745" y="3172915"/>
            <a:ext cx="0" cy="1331152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4696" y="3172915"/>
            <a:ext cx="114098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54696" y="4504067"/>
            <a:ext cx="114098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5775" y="1109260"/>
            <a:ext cx="419100" cy="419100"/>
          </a:xfrm>
          <a:prstGeom prst="ellipse">
            <a:avLst/>
          </a:prstGeom>
          <a:noFill/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0550" y="1214035"/>
            <a:ext cx="209550" cy="209550"/>
          </a:xfrm>
          <a:prstGeom prst="ellipse">
            <a:avLst/>
          </a:prstGeom>
          <a:noFill/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 20"/>
          <p:cNvCxnSpPr/>
          <p:nvPr/>
        </p:nvCxnSpPr>
        <p:spPr>
          <a:xfrm>
            <a:off x="410078" y="1318810"/>
            <a:ext cx="570494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5325" y="1033563"/>
            <a:ext cx="0" cy="570494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76275" y="1299760"/>
            <a:ext cx="38100" cy="381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607714" y="5275988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06060C"/>
                </a:solidFill>
                <a:latin typeface="Inter"/>
              </a:rPr>
              <a:t>200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4860" y="3802212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>
                <a:solidFill>
                  <a:srgbClr val="06060C"/>
                </a:solidFill>
                <a:latin typeface="Inter"/>
              </a:rPr>
              <a:t>140 px</a:t>
            </a:r>
          </a:p>
        </p:txBody>
      </p:sp>
      <p:sp>
        <p:nvSpPr>
          <p:cNvPr id="26" name="Oval 25"/>
          <p:cNvSpPr/>
          <p:nvPr/>
        </p:nvSpPr>
        <p:spPr>
          <a:xfrm>
            <a:off x="1457325" y="1886843"/>
            <a:ext cx="133350" cy="133350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666875" y="1896368"/>
            <a:ext cx="146610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surf · hero · radius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325" y="2076450"/>
            <a:ext cx="10993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anno.leader-line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071" y="2182118"/>
            <a:ext cx="12440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type · gfill-2 · 64px</a:t>
            </a:r>
          </a:p>
        </p:txBody>
      </p:sp>
      <p:sp>
        <p:nvSpPr>
          <p:cNvPr id="30" name="Oval 29"/>
          <p:cNvSpPr/>
          <p:nvPr/>
        </p:nvSpPr>
        <p:spPr>
          <a:xfrm>
            <a:off x="10601325" y="2172593"/>
            <a:ext cx="133350" cy="133350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635282" y="2362200"/>
            <a:ext cx="10993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anno.leader-line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803" y="5410200"/>
            <a:ext cx="97809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anno.dimension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0336" y="1860352"/>
            <a:ext cx="95250" cy="978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anno.dimension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1175" y="5420618"/>
            <a:ext cx="9883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target reticle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1175" y="5600700"/>
            <a:ext cx="130611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anno.target-reticle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7796" y="5200650"/>
            <a:ext cx="799337" cy="304800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v0.4 · stable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7590" y="5600700"/>
            <a:ext cx="11575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anno.callout-pill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" y="6038850"/>
            <a:ext cx="84340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● anchor-dot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05434" y="6038850"/>
            <a:ext cx="8864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— leader-line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5204" y="6038850"/>
            <a:ext cx="108361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⊕ target-reticle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2172" y="6038850"/>
            <a:ext cx="9446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▭ callout-pill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6061" y="6515100"/>
            <a:ext cx="23001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10 / 10 · ANNOTATION PRIMITIVES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A1A1AA"/>
      </a:accent2>
      <a:accent3>
        <a:srgbClr val="F472B6"/>
      </a:accent3>
      <a:accent4>
        <a:srgbClr val="06060C"/>
      </a:accent4>
      <a:accent5>
        <a:srgbClr val="A78BFA"/>
      </a:accent5>
      <a:accent6>
        <a:srgbClr val="52525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
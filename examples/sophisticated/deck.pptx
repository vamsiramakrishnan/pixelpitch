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74295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7048500" cy="6286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985838"/>
            <a:ext cx="97542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 shipping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>A compiler for </a:t>
            </a:r>
            <a:r>
              <a:rPr sz="7800" b="1" i="0" u="none"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gradFill flip="none" rotWithShape="1">
            <a:gsLst>
              <a:gs pos="0">
                <a:srgbClr val="F5F5F7"/>
              </a:gs>
              <a:gs pos="35000">
                <a:srgbClr val="818CF8"/>
              </a:gs>
              <a:gs pos="65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1638300"/>
            <a:ext cx="6324600" cy="1943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8000" b="1" i="0" u="none"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
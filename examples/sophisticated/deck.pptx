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2095500"/>
            <a:ext cx="7429500" cy="7429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8763000" cy="8763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985838"/>
            <a:ext cx="97542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solidFill>
                  <a:srgbClr val="818CF8"/>
                </a:solidFill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gradFill flip="none" rotWithShape="1">
            <a:gsLst>
              <a:gs pos="0">
                <a:srgbClr val="F5F5F7"/>
              </a:gs>
              <a:gs pos="35000">
                <a:srgbClr val="818CF8"/>
              </a:gs>
              <a:gs pos="65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1638300"/>
            <a:ext cx="6324600" cy="1943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>
              <a:alpha val="30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  <a:gs pos="10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Rasterization is the failure mode, </a:t>
            </a:r>
            <a:r>
              <a:rPr sz="3600" b="1" i="0" u="none">
                <a:solidFill>
                  <a:srgbClr val="FDE68A"/>
                </a:solidFill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70000">
                <a:srgbClr val="F472B6"/>
              </a:gs>
              <a:gs pos="10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925" y="3226891"/>
            <a:ext cx="95250" cy="9525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5375" y="3226891"/>
            <a:ext cx="95250" cy="9525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6825" y="3226891"/>
            <a:ext cx="95250" cy="9525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825" b="1">
                <a:solidFill>
                  <a:srgbClr val="C084FC"/>
                </a:solidFill>
                <a:latin typeface="Inter"/>
              </a:rPr>
              <a:t>• 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825" b="1">
                <a:solidFill>
                  <a:srgbClr val="A1A1AA"/>
                </a:solidFill>
                <a:latin typeface="Inter"/>
              </a:rPr>
              <a:t>• 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>
              <a:alpha val="14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  <a:gs pos="70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533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>Ship decks that </a:t>
            </a:r>
            <a:r>
              <a:rPr sz="6600" b="1" i="0" u="none">
                <a:solidFill>
                  <a:srgbClr val="818CF8"/>
                </a:solidFill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9912" y="5688657"/>
            <a:ext cx="1692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> v1.0 · shipping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
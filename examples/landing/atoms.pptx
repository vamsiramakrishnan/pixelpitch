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Composition gestures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409700"/>
            <a:ext cx="900658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comp.centered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1017" y="2297311"/>
            <a:ext cx="103435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0" scaled="0"/>
          </a:gradFill>
          <a:xfrm>
            <a:off x="1341834" y="2493913"/>
            <a:ext cx="1293019" cy="95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522809" y="2838004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28675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centered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title + lede axis-aligned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238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48062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6781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640634" y="2248198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640634" y="2592288"/>
            <a:ext cx="775692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4830366" y="1904107"/>
            <a:ext cx="98256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567112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50/50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112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copy left, media right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2675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286500" y="1409700"/>
            <a:ext cx="83279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comp.split-60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5525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379071" y="2100709"/>
            <a:ext cx="1189434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379071" y="2444800"/>
            <a:ext cx="108599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379071" y="2641402"/>
            <a:ext cx="930920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7930753" y="1756767"/>
            <a:ext cx="620613" cy="1524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305550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split · 60/40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narrative dominant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1112" y="130492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4938" y="1409700"/>
            <a:ext cx="81036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comp.golden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98410" y="131445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910638" y="2253109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9898410" y="2253109"/>
            <a:ext cx="76200" cy="76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9996636" y="2346573"/>
            <a:ext cx="1241227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9996636" y="2641402"/>
            <a:ext cx="982563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043988" y="33909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golden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988" y="35242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φ-anchor on the focal 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09625" y="4019550"/>
            <a:ext cx="75371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comp.thirds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6445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417564" y="3924300"/>
            <a:ext cx="9525" cy="2457450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95325" y="4742557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95325" y="5560814"/>
            <a:ext cx="2586038" cy="9525"/>
          </a:xfrm>
          <a:prstGeom prst="rect">
            <a:avLst/>
          </a:prstGeom>
          <a:solidFill>
            <a:srgbClr val="A78B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02196" y="4956423"/>
            <a:ext cx="62061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rule of thirds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subject on a third-grid intersection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4238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548062" y="4019550"/>
            <a:ext cx="940147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comp.offcanvas</a:t>
            </a:r>
          </a:p>
        </p:txBody>
      </p:sp>
      <p:sp>
        <p:nvSpPr>
          <p:cNvPr id="50" name="Rounded Rectangle 49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3123456" y="4268242"/>
            <a:ext cx="1551533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4933801" y="4956423"/>
            <a:ext cx="879128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088880" y="5251252"/>
            <a:ext cx="724049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67112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off-canvas bleed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7112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media leaves the frame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2675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286500" y="4019550"/>
            <a:ext cx="1081435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comp.edge-rotated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2500" y="5153025"/>
            <a:ext cx="104775" cy="13079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EDITION · 04 · 2026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9071" y="4858048"/>
            <a:ext cx="1603325" cy="57150"/>
          </a:xfrm>
          <a:prstGeom prst="round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6379071" y="5202138"/>
            <a:ext cx="1241227" cy="28575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305550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edge-rotated caption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5550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vertical type on the frame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01112" y="3914775"/>
            <a:ext cx="2605088" cy="2476500"/>
          </a:xfrm>
          <a:prstGeom prst="roundRect">
            <a:avLst/>
          </a:prstGeom>
          <a:solidFill>
            <a:srgbClr val="0C0C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024938" y="4019550"/>
            <a:ext cx="7595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comp.bento</a:t>
            </a:r>
          </a:p>
        </p:txBody>
      </p:sp>
      <p:sp>
        <p:nvSpPr>
          <p:cNvPr id="64" name="Rounded Rectangle 63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9117509" y="4268242"/>
            <a:ext cx="982563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D9B32"/>
              </a:gs>
              <a:gs pos="33333">
                <a:srgbClr val="FFA427"/>
              </a:gs>
              <a:gs pos="50000">
                <a:srgbClr val="FFAE1C"/>
              </a:gs>
              <a:gs pos="66667">
                <a:srgbClr val="FFB813"/>
              </a:gs>
              <a:gs pos="83333">
                <a:srgbClr val="FDC20F"/>
              </a:gs>
              <a:gs pos="100000">
                <a:srgbClr val="FACC15"/>
              </a:gs>
            </a:gsLst>
            <a:lin ang="2700000" scaled="0"/>
          </a:gradFill>
          <a:xfrm>
            <a:off x="10203656" y="4268242"/>
            <a:ext cx="1085999" cy="762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gradFill flip="none" rotWithShape="1">
            <a:gsLst>
              <a:gs pos="0">
                <a:srgbClr val="34D399"/>
              </a:gs>
              <a:gs pos="16667">
                <a:srgbClr val="00D0B3"/>
              </a:gs>
              <a:gs pos="33333">
                <a:srgbClr val="00CBCA"/>
              </a:gs>
              <a:gs pos="50000">
                <a:srgbClr val="00C4DE"/>
              </a:gs>
              <a:gs pos="66667">
                <a:srgbClr val="00BBED"/>
              </a:gs>
              <a:gs pos="83333">
                <a:srgbClr val="37B0F6"/>
              </a:gs>
              <a:gs pos="100000">
                <a:srgbClr val="60A5FA"/>
              </a:gs>
            </a:gsLst>
            <a:lin ang="2700000" scaled="0"/>
          </a:gradFill>
          <a:xfrm>
            <a:off x="9117509" y="5251252"/>
            <a:ext cx="620613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gradFill flip="none" rotWithShape="1">
            <a:gsLst>
              <a:gs pos="0">
                <a:srgbClr val="60A5FA"/>
              </a:gs>
              <a:gs pos="16667">
                <a:srgbClr val="6DA1FD"/>
              </a:gs>
              <a:gs pos="33333">
                <a:srgbClr val="7A9DFF"/>
              </a:gs>
              <a:gs pos="50000">
                <a:srgbClr val="8698FF"/>
              </a:gs>
              <a:gs pos="66667">
                <a:srgbClr val="9194FF"/>
              </a:gs>
              <a:gs pos="83333">
                <a:srgbClr val="9C90FD"/>
              </a:gs>
              <a:gs pos="100000">
                <a:srgbClr val="A78BFA"/>
              </a:gs>
            </a:gsLst>
            <a:lin ang="2700000" scaled="0"/>
          </a:gradFill>
          <a:xfrm>
            <a:off x="9841557" y="5251252"/>
            <a:ext cx="1448098" cy="571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9043988" y="600075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E4E4E7"/>
                </a:solidFill>
                <a:latin typeface="Inter"/>
              </a:rPr>
              <a:t>bento · asymmetric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3988" y="6134100"/>
            <a:ext cx="23193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apple/linear tile grid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51393" y="6515100"/>
            <a:ext cx="155480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10 · 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Background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6366F1">
                  <a:alpha val="55000"/>
                </a:srgbClr>
              </a:gs>
              <a:gs pos="6333">
                <a:srgbClr val="6366F1">
                  <a:alpha val="45833"/>
                </a:srgbClr>
              </a:gs>
              <a:gs pos="12667">
                <a:srgbClr val="6366F1">
                  <a:alpha val="36667"/>
                </a:srgbClr>
              </a:gs>
              <a:gs pos="19000">
                <a:srgbClr val="6366F1">
                  <a:alpha val="27500"/>
                </a:srgbClr>
              </a:gs>
              <a:gs pos="25333">
                <a:srgbClr val="6366F1">
                  <a:alpha val="18333"/>
                </a:srgbClr>
              </a:gs>
              <a:gs pos="31667">
                <a:srgbClr val="6366F1">
                  <a:alpha val="9167"/>
                </a:srgbClr>
              </a:gs>
              <a:gs pos="38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18000" t="22000" r="82000" b="78000"/>
            </a:path>
          </a:gradFill>
          <a:xfrm>
            <a:off x="685800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625" y="1371600"/>
            <a:ext cx="6182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29025"/>
            <a:ext cx="8691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mesh · 4-blob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8" y="1266825"/>
            <a:ext cx="2605088" cy="2676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8062" y="1371600"/>
            <a:ext cx="6070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bg.conic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062" y="3629025"/>
            <a:ext cx="997172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conic · spectrum</a:t>
            </a:r>
          </a:p>
        </p:txBody>
      </p:sp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0A0A14"/>
              </a:gs>
              <a:gs pos="33333">
                <a:srgbClr val="0A0A14"/>
              </a:gs>
              <a:gs pos="66667">
                <a:srgbClr val="1E1B4B"/>
              </a:gs>
              <a:gs pos="100000">
                <a:srgbClr val="1E1B4B"/>
              </a:gs>
            </a:gsLst>
            <a:lin ang="2700000" scaled="0"/>
          </a:gradFill>
          <a:xfrm>
            <a:off x="6162675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86500" y="1371600"/>
            <a:ext cx="669082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bg.stripes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629025"/>
            <a:ext cx="83422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stripes · 8/16</a:t>
            </a:r>
          </a:p>
        </p:txBody>
      </p:sp>
      <p:sp>
        <p:nvSpPr>
          <p:cNvPr id="15" name="Rounded Rectangle 14"/>
          <p:cNvSpPr/>
          <p:nvPr/>
        </p:nvSpPr>
        <p:spPr>
          <a:gradFill flip="none"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7000"/>
                </a:srgbClr>
              </a:gs>
            </a:gsLst>
            <a:lin ang="16200000" scaled="0"/>
          </a:gradFill>
          <a:xfrm>
            <a:off x="8901112" y="1266825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024938" y="1371600"/>
            <a:ext cx="742603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bg.scanline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4938" y="3629025"/>
            <a:ext cx="857455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CRT scanline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312E81"/>
              </a:gs>
              <a:gs pos="16667">
                <a:srgbClr val="4C2F8E"/>
              </a:gs>
              <a:gs pos="33333">
                <a:srgbClr val="682F96"/>
              </a:gs>
              <a:gs pos="50000">
                <a:srgbClr val="852F99"/>
              </a:gs>
              <a:gs pos="66667">
                <a:srgbClr val="A22C94"/>
              </a:gs>
              <a:gs pos="83333">
                <a:srgbClr val="BF2989"/>
              </a:gs>
              <a:gs pos="100000">
                <a:srgbClr val="DB2777"/>
              </a:gs>
            </a:gsLst>
            <a:lin ang="4200000" scaled="0"/>
          </a:gradFill>
          <a:xfrm>
            <a:off x="685800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09625" y="4181475"/>
            <a:ext cx="73709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bg.duotone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6438900"/>
            <a:ext cx="991646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duotone · 2-stop</a:t>
            </a:r>
          </a:p>
        </p:txBody>
      </p:sp>
      <p:sp>
        <p:nvSpPr>
          <p:cNvPr id="21" name="Rounded Rectangle 20"/>
          <p:cNvSpPr/>
          <p:nvPr/>
        </p:nvSpPr>
        <p:spPr>
          <a:gradFill flip="none" rotWithShape="1">
            <a:gsLst>
              <a:gs pos="0">
                <a:srgbClr val="1E1B4B"/>
              </a:gs>
              <a:gs pos="11667">
                <a:srgbClr val="1B1841"/>
              </a:gs>
              <a:gs pos="23333">
                <a:srgbClr val="171538"/>
              </a:gs>
              <a:gs pos="35000">
                <a:srgbClr val="14132E"/>
              </a:gs>
              <a:gs pos="46667">
                <a:srgbClr val="101025"/>
              </a:gs>
              <a:gs pos="58333">
                <a:srgbClr val="0D0D1C"/>
              </a:gs>
              <a:gs pos="70000">
                <a:srgbClr val="0A0A14"/>
              </a:gs>
              <a:gs pos="75000">
                <a:srgbClr val="090913"/>
              </a:gs>
              <a:gs pos="80000">
                <a:srgbClr val="080813"/>
              </a:gs>
              <a:gs pos="85000">
                <a:srgbClr val="070712"/>
              </a:gs>
              <a:gs pos="90000">
                <a:srgbClr val="060611"/>
              </a:gs>
              <a:gs pos="95000">
                <a:srgbClr val="060611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3424238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48062" y="4181475"/>
            <a:ext cx="725686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bg.vignette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8062" y="6438900"/>
            <a:ext cx="944938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vignette · radial</a:t>
            </a:r>
          </a:p>
        </p:txBody>
      </p:sp>
      <p:sp>
        <p:nvSpPr>
          <p:cNvPr id="24" name="Rounded Rectangle 23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0000">
                <a:srgbClr val="7C3AED"/>
              </a:gs>
              <a:gs pos="70000">
                <a:srgbClr val="DB2777"/>
              </a:gs>
              <a:gs pos="100000">
                <a:srgbClr val="020617"/>
              </a:gs>
            </a:gsLst>
            <a:lin ang="5400000" scaled="0"/>
          </a:gradFill>
          <a:xfrm>
            <a:off x="6162675" y="4076700"/>
            <a:ext cx="2605088" cy="26765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86500" y="4181475"/>
            <a:ext cx="923379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bg.aurora-band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6438900"/>
            <a:ext cx="1177970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aurora band · 5-stop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1112" y="4076700"/>
            <a:ext cx="2605088" cy="2676525"/>
          </a:xfrm>
          <a:prstGeom prst="roundRect">
            <a:avLst/>
          </a:prstGeom>
          <a:solidFill>
            <a:srgbClr val="0A0A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9024938" y="4181475"/>
            <a:ext cx="810320" cy="17145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bg.dot-lattice</a:t>
            </a:r>
          </a:p>
        </p:txBody>
      </p:sp>
      <p:sp>
        <p:nvSpPr>
          <p:cNvPr id="29" name="Oval 28"/>
          <p:cNvSpPr/>
          <p:nvPr/>
        </p:nvSpPr>
        <p:spPr>
          <a:xfrm>
            <a:off x="907630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44573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815172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0184606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0554040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923474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292908" y="428863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907630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44573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9815172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184606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0554040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923474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1292908" y="473154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07630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944573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815172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0184606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0554040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923474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1292908" y="5174456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907630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944573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9815172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0184606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0554040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0923474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1292908" y="5617369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907630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944573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9815172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184606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0554040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0923474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1292908" y="6060281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907630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944573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815172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184606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0554040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0923474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1292908" y="6503194"/>
            <a:ext cx="38100" cy="381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9024938" y="6438900"/>
            <a:ext cx="933222" cy="190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dot lattice · svg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3379" y="6515100"/>
            <a:ext cx="209282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10 · BACKGROUND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6825"/>
            <a:ext cx="2576512" cy="2647950"/>
          </a:xfrm>
          <a:prstGeom prst="round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ffffff">
                  <a:alpha val="20000"/>
                </a:srgbClr>
              </a:gs>
              <a:gs pos="16667">
                <a:srgbClr val="FFFFFF">
                  <a:alpha val="16667"/>
                </a:srgbClr>
              </a:gs>
              <a:gs pos="33333">
                <a:srgbClr val="FFFFFF">
                  <a:alpha val="13333"/>
                </a:srgbClr>
              </a:gs>
              <a:gs pos="50000">
                <a:srgbClr val="FFFFFF">
                  <a:alpha val="10000"/>
                </a:srgbClr>
              </a:gs>
              <a:gs pos="66667">
                <a:srgbClr val="FFFFFF">
                  <a:alpha val="6667"/>
                </a:srgbClr>
              </a:gs>
              <a:gs pos="83333">
                <a:srgbClr val="FFFFFF">
                  <a:alpha val="3333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685800" y="1266825"/>
            <a:ext cx="2576512" cy="119157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1266825"/>
            <a:ext cx="2576512" cy="2647950"/>
          </a:xfrm>
          <a:prstGeom prst="rect">
            <a:avLst/>
          </a:prstGeom>
          <a:noFill/>
          <a:ln w="9525">
            <a:solidFill>
              <a:srgbClr val="FFFFF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266825"/>
            <a:ext cx="2576512" cy="2647950"/>
          </a:xfrm>
          <a:prstGeom prst="rect">
            <a:avLst/>
          </a:prstGeom>
          <a:noFill/>
          <a:ln>
            <a:noFill/>
          </a:ln>
          <a:effectLst>
            <a:innerShdw blurRad="171450" dist="0" dir="0">
              <a:srgbClr val="FFFFFF">
                <a:alpha val="1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66775" y="14478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surf.glass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238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12.4M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90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glass</a:t>
            </a:r>
          </a:p>
        </p:txBody>
      </p:sp>
      <p:sp>
        <p:nvSpPr>
          <p:cNvPr id="13" name="Rectangle 12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37849" y="-189548"/>
            <a:ext cx="3707130" cy="370713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gradFill flip="none" rotWithShape="1">
            <a:gsLst>
              <a:gs pos="0">
                <a:srgbClr val="A78BFA">
                  <a:alpha val="45000"/>
                </a:srgbClr>
              </a:gs>
              <a:gs pos="16667">
                <a:srgbClr val="A78BFA">
                  <a:alpha val="37500"/>
                </a:srgbClr>
              </a:gs>
              <a:gs pos="33333">
                <a:srgbClr val="A78BFA">
                  <a:alpha val="30000"/>
                </a:srgbClr>
              </a:gs>
              <a:gs pos="50000">
                <a:srgbClr val="A78BFA">
                  <a:alpha val="22500"/>
                </a:srgbClr>
              </a:gs>
              <a:gs pos="66667">
                <a:srgbClr val="A78BFA">
                  <a:alpha val="15000"/>
                </a:srgbClr>
              </a:gs>
              <a:gs pos="83333">
                <a:srgbClr val="A78BFA">
                  <a:alpha val="75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99059" y="-189548"/>
            <a:ext cx="3707130" cy="370713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A1A1AA">
                  <a:alpha val="45000"/>
                </a:srgbClr>
              </a:gs>
              <a:gs pos="16667">
                <a:srgbClr val="A1A1AA">
                  <a:alpha val="37500"/>
                </a:srgbClr>
              </a:gs>
              <a:gs pos="33333">
                <a:srgbClr val="A1A1AA">
                  <a:alpha val="30000"/>
                </a:srgbClr>
              </a:gs>
              <a:gs pos="50000">
                <a:srgbClr val="A1A1AA">
                  <a:alpha val="22500"/>
                </a:srgbClr>
              </a:gs>
              <a:gs pos="66667">
                <a:srgbClr val="A1A1AA">
                  <a:alpha val="15000"/>
                </a:srgbClr>
              </a:gs>
              <a:gs pos="83333">
                <a:srgbClr val="A1A1AA">
                  <a:alpha val="7500"/>
                </a:srgbClr>
              </a:gs>
              <a:gs pos="100000">
                <a:srgbClr val="A1A1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837849" y="1664017"/>
            <a:ext cx="3707130" cy="370713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16667">
                <a:srgbClr val="F472B6">
                  <a:alpha val="37500"/>
                </a:srgbClr>
              </a:gs>
              <a:gs pos="33333">
                <a:srgbClr val="F472B6">
                  <a:alpha val="30000"/>
                </a:srgbClr>
              </a:gs>
              <a:gs pos="50000">
                <a:srgbClr val="F472B6">
                  <a:alpha val="22500"/>
                </a:srgbClr>
              </a:gs>
              <a:gs pos="66667">
                <a:srgbClr val="F472B6">
                  <a:alpha val="15000"/>
                </a:srgbClr>
              </a:gs>
              <a:gs pos="83333">
                <a:srgbClr val="F472B6">
                  <a:alpha val="750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99059" y="1664017"/>
            <a:ext cx="3707130" cy="370713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3433762" y="1266825"/>
            <a:ext cx="2576512" cy="264795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433762" y="1266825"/>
            <a:ext cx="2576512" cy="264795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14738" y="14478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surf.hero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4738" y="3238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+340%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738" y="3590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hero</a:t>
            </a:r>
          </a:p>
        </p:txBody>
      </p:sp>
      <p:sp>
        <p:nvSpPr>
          <p:cNvPr id="22" name="Rectangle 21"/>
          <p:cNvSpPr/>
          <p:nvPr/>
        </p:nvSpPr>
        <p:spPr>
          <a:gradFill flip="none" rotWithShape="1">
            <a:gsLst>
              <a:gs pos="0">
                <a:srgbClr val="F5F5F7">
                  <a:alpha val="55000"/>
                </a:srgbClr>
              </a:gs>
              <a:gs pos="16667">
                <a:srgbClr val="F5F5F7">
                  <a:alpha val="45833"/>
                </a:srgbClr>
              </a:gs>
              <a:gs pos="33333">
                <a:srgbClr val="F5F5F7">
                  <a:alpha val="36667"/>
                </a:srgbClr>
              </a:gs>
              <a:gs pos="50000">
                <a:srgbClr val="F5F5F7">
                  <a:alpha val="27500"/>
                </a:srgbClr>
              </a:gs>
              <a:gs pos="66667">
                <a:srgbClr val="F5F5F7">
                  <a:alpha val="18333"/>
                </a:srgbClr>
              </a:gs>
              <a:gs pos="83333">
                <a:srgbClr val="F5F5F7">
                  <a:alpha val="91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4954429" y="75248"/>
            <a:ext cx="5031105" cy="503110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6667">
                <a:srgbClr val="E36DC6">
                  <a:alpha val="40500"/>
                </a:srgbClr>
              </a:gs>
              <a:gs pos="13333">
                <a:srgbClr val="CF69D5">
                  <a:alpha val="36000"/>
                </a:srgbClr>
              </a:gs>
              <a:gs pos="20000">
                <a:srgbClr val="B967E1">
                  <a:alpha val="31500"/>
                </a:srgbClr>
              </a:gs>
              <a:gs pos="26667">
                <a:srgbClr val="A065EA">
                  <a:alpha val="27000"/>
                </a:srgbClr>
              </a:gs>
              <a:gs pos="33333">
                <a:srgbClr val="8465F0">
                  <a:alpha val="22500"/>
                </a:srgbClr>
              </a:gs>
              <a:gs pos="40000">
                <a:srgbClr val="6366F1">
                  <a:alpha val="18000"/>
                </a:srgbClr>
              </a:gs>
              <a:gs pos="50000">
                <a:srgbClr val="6446B7">
                  <a:alpha val="25000"/>
                </a:srgbClr>
              </a:gs>
              <a:gs pos="60000">
                <a:srgbClr val="562B7E">
                  <a:alpha val="32000"/>
                </a:srgbClr>
              </a:gs>
              <a:gs pos="70000">
                <a:srgbClr val="40164C">
                  <a:alpha val="39000"/>
                </a:srgbClr>
              </a:gs>
              <a:gs pos="80000">
                <a:srgbClr val="250622">
                  <a:alpha val="46000"/>
                </a:srgbClr>
              </a:gs>
              <a:gs pos="90000">
                <a:srgbClr val="090105">
                  <a:alpha val="53000"/>
                </a:srgbClr>
              </a:gs>
              <a:gs pos="100000">
                <a:srgbClr val="000000">
                  <a:alpha val="60000"/>
                </a:srgbClr>
              </a:gs>
            </a:gsLst>
            <a:path path="circle">
              <a:fillToRect l="50000" t="35000" r="50000" b="65000"/>
            </a:path>
          </a:gradFill>
          <a:xfrm>
            <a:off x="6181725" y="1266825"/>
            <a:ext cx="2576512" cy="26479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362700" y="14478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surf.spotlight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3238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99.8%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700" y="3590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spotlight</a:t>
            </a:r>
          </a:p>
        </p:txBody>
      </p:sp>
      <p:sp>
        <p:nvSpPr>
          <p:cNvPr id="27" name="Rectangle 26"/>
          <p:cNvSpPr/>
          <p:nvPr/>
        </p:nvSpPr>
        <p:spPr>
          <a:gradFill flip="none" rotWithShape="1">
            <a:gsLst>
              <a:gs pos="0">
                <a:srgbClr val="F5F5F7">
                  <a:alpha val="40000"/>
                </a:srgbClr>
              </a:gs>
              <a:gs pos="16667">
                <a:srgbClr val="F5F5F7">
                  <a:alpha val="33333"/>
                </a:srgbClr>
              </a:gs>
              <a:gs pos="33333">
                <a:srgbClr val="F5F5F7">
                  <a:alpha val="26667"/>
                </a:srgbClr>
              </a:gs>
              <a:gs pos="50000">
                <a:srgbClr val="F5F5F7">
                  <a:alpha val="20000"/>
                </a:srgbClr>
              </a:gs>
              <a:gs pos="66667">
                <a:srgbClr val="F5F5F7">
                  <a:alpha val="13333"/>
                </a:srgbClr>
              </a:gs>
              <a:gs pos="83333">
                <a:srgbClr val="F5F5F7">
                  <a:alpha val="66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190661" y="-639699"/>
            <a:ext cx="4766310" cy="47663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gradFill flip="none" rotWithShape="1">
            <a:gsLst>
              <a:gs pos="0">
                <a:srgbClr val="A78BFA">
                  <a:alpha val="35000"/>
                </a:srgbClr>
              </a:gs>
              <a:gs pos="16667">
                <a:srgbClr val="A78BFA">
                  <a:alpha val="29167"/>
                </a:srgbClr>
              </a:gs>
              <a:gs pos="33333">
                <a:srgbClr val="A78BFA">
                  <a:alpha val="23333"/>
                </a:srgbClr>
              </a:gs>
              <a:gs pos="50000">
                <a:srgbClr val="A78BFA">
                  <a:alpha val="17500"/>
                </a:srgbClr>
              </a:gs>
              <a:gs pos="66667">
                <a:srgbClr val="A78BFA">
                  <a:alpha val="11667"/>
                </a:srgbClr>
              </a:gs>
              <a:gs pos="83333">
                <a:srgbClr val="A78BFA">
                  <a:alpha val="58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831217" y="75248"/>
            <a:ext cx="5031105" cy="503110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gradFill flip="none" rotWithShape="1">
            <a:gsLst>
              <a:gs pos="0">
                <a:srgbClr val="A1A1AA">
                  <a:alpha val="40000"/>
                </a:srgbClr>
              </a:gs>
              <a:gs pos="16667">
                <a:srgbClr val="A1A1AA">
                  <a:alpha val="33333"/>
                </a:srgbClr>
              </a:gs>
              <a:gs pos="33333">
                <a:srgbClr val="A1A1AA">
                  <a:alpha val="26667"/>
                </a:srgbClr>
              </a:gs>
              <a:gs pos="50000">
                <a:srgbClr val="A1A1AA">
                  <a:alpha val="20000"/>
                </a:srgbClr>
              </a:gs>
              <a:gs pos="66667">
                <a:srgbClr val="A1A1AA">
                  <a:alpha val="13333"/>
                </a:srgbClr>
              </a:gs>
              <a:gs pos="83333">
                <a:srgbClr val="A1A1AA">
                  <a:alpha val="6667"/>
                </a:srgbClr>
              </a:gs>
              <a:gs pos="100000">
                <a:srgbClr val="A1A1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8556212" y="1054989"/>
            <a:ext cx="4766310" cy="47663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90000">
                <a:srgbClr val="FB923C">
                  <a:alpha val="10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8929688" y="1266825"/>
            <a:ext cx="2576512" cy="26479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110662" y="14478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surf.aurora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0662" y="32385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2.4s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0662" y="35909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aurora</a:t>
            </a:r>
          </a:p>
        </p:txBody>
      </p:sp>
      <p:sp>
        <p:nvSpPr>
          <p:cNvPr id="34" name="Rounded Rectangle 33"/>
          <p:cNvSpPr/>
          <p:nvPr/>
        </p:nvSpPr>
        <p:spPr>
          <a:gradFill flip="none" rotWithShape="1">
            <a:gsLst>
              <a:gs pos="0">
                <a:srgbClr val="F472B6"/>
              </a:gs>
              <a:gs pos="16667">
                <a:srgbClr val="FC73A2"/>
              </a:gs>
              <a:gs pos="33333">
                <a:srgbClr val="FF768D"/>
              </a:gs>
              <a:gs pos="50000">
                <a:srgbClr val="FF7B79"/>
              </a:gs>
              <a:gs pos="66667">
                <a:srgbClr val="FF8164"/>
              </a:gs>
              <a:gs pos="83333">
                <a:srgbClr val="FF8950"/>
              </a:gs>
              <a:gs pos="100000">
                <a:srgbClr val="FB923C"/>
              </a:gs>
            </a:gsLst>
            <a:lin ang="2700000" scaled="0"/>
          </a:gradFill>
          <a:xfrm>
            <a:off x="685800" y="4086225"/>
            <a:ext cx="2576512" cy="2647950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45000"/>
              </a:srgbClr>
            </a:innerShdw>
            <a:outerShdw blurRad="228600" dist="114300" dir="5400000" algn="ctr" rotWithShape="0">
              <a:srgbClr val="F472B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gradFill flip="none" rotWithShape="1">
            <a:gsLst>
              <a:gs pos="0">
                <a:srgbClr val="ffffff">
                  <a:alpha val="30000"/>
                </a:srgbClr>
              </a:gs>
              <a:gs pos="16667">
                <a:srgbClr val="FFFFFF">
                  <a:alpha val="25000"/>
                </a:srgbClr>
              </a:gs>
              <a:gs pos="33333">
                <a:srgbClr val="FFFFFF">
                  <a:alpha val="20000"/>
                </a:srgbClr>
              </a:gs>
              <a:gs pos="50000">
                <a:srgbClr val="FFFFFF">
                  <a:alpha val="15000"/>
                </a:srgbClr>
              </a:gs>
              <a:gs pos="66667">
                <a:srgbClr val="FFFFFF">
                  <a:alpha val="10000"/>
                </a:srgbClr>
              </a:gs>
              <a:gs pos="83333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685800" y="4086225"/>
            <a:ext cx="2576512" cy="132397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5800" y="4086225"/>
            <a:ext cx="2576512" cy="2647950"/>
          </a:xfrm>
          <a:prstGeom prst="rect">
            <a:avLst/>
          </a:prstGeom>
          <a:noFill/>
          <a:ln w="9525">
            <a:solidFill>
              <a:srgbClr val="FFFF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66775" y="42672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surf.tactile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75" y="60579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E1B4B"/>
                </a:solidFill>
                <a:latin typeface="Inter"/>
              </a:rPr>
              <a:t>$28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775" y="64103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E1B4B"/>
                </a:solidFill>
                <a:latin typeface="Inter"/>
              </a:rPr>
              <a:t>tactile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3762" y="4086225"/>
            <a:ext cx="2576512" cy="2647950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  <a:effectLst>
            <a:innerShdw blurRad="76200" dist="19050" dir="5400000">
              <a:srgbClr val="000000">
                <a:alpha val="55000"/>
              </a:srgbClr>
            </a:innerShdw>
            <a:innerShdw blurRad="0" dist="9525" dir="16200000">
              <a:srgbClr val="FFFFFF">
                <a:alpha val="4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433762" y="4086225"/>
            <a:ext cx="2576512" cy="26479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614738" y="4267200"/>
            <a:ext cx="221456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surf.recessed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4738" y="6057900"/>
            <a:ext cx="2214562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34D399"/>
                </a:solidFill>
                <a:latin typeface="Inter"/>
              </a:rPr>
              <a:t>git diff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4738" y="6410325"/>
            <a:ext cx="22145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recessed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11707" y="4020682"/>
            <a:ext cx="2716549" cy="2874285"/>
          </a:xfrm>
          <a:prstGeom prst="roundRect">
            <a:avLst/>
          </a:prstGeom>
          <a:solidFill>
            <a:srgbClr val="F5F5F7"/>
          </a:solidFill>
          <a:ln w="57150">
            <a:solidFill>
              <a:srgbClr val="F5F5F7"/>
            </a:solidFill>
          </a:ln>
          <a:effectLst>
            <a:outerShdw blurRad="381000" dist="152400" dir="5400000" algn="ctr" rotWithShape="0">
              <a:srgbClr val="000000">
                <a:alpha val="45000"/>
              </a:srgbClr>
            </a:outerShdw>
            <a:outerShdw blurRad="762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351957" y="4260933"/>
            <a:ext cx="2121393" cy="206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surf.sticker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5177" y="6039667"/>
            <a:ext cx="2135351" cy="47237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06060C"/>
                </a:solidFill>
                <a:latin typeface="Inter"/>
              </a:rPr>
              <a:t>★ 4.9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120" y="6401121"/>
            <a:ext cx="2123885" cy="253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6060C"/>
                </a:solidFill>
                <a:latin typeface="Inter"/>
              </a:rPr>
              <a:t>sticker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9688" y="4086225"/>
            <a:ext cx="2576512" cy="268605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>
            <a:outerShdw blurRad="381000" dist="1524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063038" y="4219575"/>
            <a:ext cx="23098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surf.polaroid</a:t>
            </a:r>
          </a:p>
        </p:txBody>
      </p:sp>
      <p:sp>
        <p:nvSpPr>
          <p:cNvPr id="51" name="Rounded Rectangle 50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9063038" y="4695825"/>
            <a:ext cx="2309812" cy="123825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9063038" y="6391275"/>
            <a:ext cx="23098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— shipped 04 /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2671" y="6515100"/>
            <a:ext cx="13235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10 ·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Type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47775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1173956"/>
            <a:ext cx="4905375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1247775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05550" y="1352550"/>
            <a:ext cx="8185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type.gfill-4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1173956"/>
            <a:ext cx="4905375" cy="514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VELOCITY.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47838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8675" y="1852612"/>
            <a:ext cx="83135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1626394"/>
            <a:ext cx="4905375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latin typeface="Inter"/>
              </a:rPr>
              <a:t>VELOCITY.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2675" y="1747838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5550" y="1852612"/>
            <a:ext cx="12452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type.stroke-thick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1626394"/>
            <a:ext cx="4905375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latin typeface="Inter"/>
              </a:rPr>
              <a:t>VELOCITY.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247900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28675" y="2352675"/>
            <a:ext cx="6805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2428875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2428875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428875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2428875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RUSH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2675" y="2247900"/>
            <a:ext cx="5343525" cy="36671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305550" y="2352675"/>
            <a:ext cx="11944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type.longshadow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450" y="2695575"/>
            <a:ext cx="2263229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2619375"/>
            <a:ext cx="2263229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2524125"/>
            <a:ext cx="2263229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2428875"/>
            <a:ext cx="2263229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472B6"/>
                </a:solidFill>
                <a:latin typeface="Inter"/>
              </a:rPr>
              <a:t>SOLAR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471291"/>
            <a:ext cx="5343525" cy="92005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8675" y="2852738"/>
            <a:ext cx="72509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type.mixed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" y="2452241"/>
            <a:ext cx="1484263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we 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3466" y="2452241"/>
            <a:ext cx="1241227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latin typeface="Inter"/>
              </a:rPr>
              <a:t>slides,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" y="2452241"/>
            <a:ext cx="3660577" cy="9553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and systems.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2675" y="2578894"/>
            <a:ext cx="5343525" cy="7048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305550" y="2852738"/>
            <a:ext cx="14847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type.kinetic-baseline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2464594"/>
            <a:ext cx="415975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7725" y="2521744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2832" y="2578894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DBCFFD"/>
                </a:solidFill>
                <a:latin typeface="Inter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5171" y="2636044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472B6"/>
                </a:solidFill>
                <a:latin typeface="Inter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7511" y="2693194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B923C"/>
                </a:solidFill>
                <a:latin typeface="Inter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248025"/>
            <a:ext cx="10820400" cy="13144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28675" y="3352800"/>
            <a:ext cx="93285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type.marquee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75" y="3657600"/>
            <a:ext cx="1128712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27272A"/>
                </a:solidFill>
                <a:latin typeface="Inter"/>
              </a:rPr>
              <a:t xml:space="preserve">SHIP · </a:t>
            </a:r>
            <a:r>
              <a:rPr sz="345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345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345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345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345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3450" b="1" i="0" u="none">
                <a:solidFill>
                  <a:srgbClr val="27272A"/>
                </a:solidFill>
                <a:latin typeface="Inter"/>
              </a:rPr>
              <a:t xml:space="preserve"> · SHIP · </a:t>
            </a:r>
            <a:r>
              <a:rPr sz="3450" b="1" i="0" u="none">
                <a:solidFill>
                  <a:srgbClr val="A78BFA"/>
                </a:solidFill>
                <a:latin typeface="Inter"/>
              </a:rPr>
              <a:t>ITERATE</a:t>
            </a:r>
            <a:r>
              <a:rPr sz="3450" b="1" i="0" u="none">
                <a:solidFill>
                  <a:srgbClr val="27272A"/>
                </a:solidFill>
                <a:latin typeface="Inter"/>
              </a:rPr>
              <a:t xml:space="preserve"> · SHIP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695825"/>
            <a:ext cx="10820400" cy="16954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828675" y="4800600"/>
            <a:ext cx="9233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type.dropcap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875" y="5106293"/>
            <a:ext cx="10382250" cy="874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D4D4D8"/>
                </a:solidFill>
                <a:latin typeface="Inter"/>
              </a:rPr>
              <a:t>There is a moment in every render where the system stops behaving like a screenshot tool and starts behaving like a compiler — and once you cross that line, every pixel that stays editable compounds across every translation, every theme swap, every revision your team will ever ship.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0130" y="6515100"/>
            <a:ext cx="189607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04 / 10 · TYPE TREATMENTS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Media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</a:t>
            </a:r>
          </a:p>
        </p:txBody>
      </p:sp>
      <p:sp>
        <p:nvSpPr>
          <p:cNvPr id="6" name="Oval 5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1000125" y="1457325"/>
            <a:ext cx="1905000" cy="1905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4875" y="3705225"/>
            <a:ext cx="66630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mask.disc</a:t>
            </a:r>
          </a:p>
        </p:txBody>
      </p:sp>
      <p:sp>
        <p:nvSpPr>
          <p:cNvPr id="8" name="Rounded Rectangle 7"/>
          <p:cNvSpPr/>
          <p:nvPr/>
        </p:nvSpPr>
        <p:spPr>
          <a:gradFill flip="none" rotWithShape="1">
            <a:gsLst>
              <a:gs pos="0">
                <a:srgbClr val="FBBF24"/>
              </a:gs>
              <a:gs pos="8333">
                <a:srgbClr val="FDB30B"/>
              </a:gs>
              <a:gs pos="16667">
                <a:srgbClr val="FEA600"/>
              </a:gs>
              <a:gs pos="25000">
                <a:srgbClr val="FE9900"/>
              </a:gs>
              <a:gs pos="33333">
                <a:srgbClr val="FD8D00"/>
              </a:gs>
              <a:gs pos="41667">
                <a:srgbClr val="FC8000"/>
              </a:gs>
              <a:gs pos="50000">
                <a:srgbClr val="F97316"/>
              </a:gs>
              <a:gs pos="58333">
                <a:srgbClr val="F56815"/>
              </a:gs>
              <a:gs pos="66667">
                <a:srgbClr val="F15C16"/>
              </a:gs>
              <a:gs pos="75000">
                <a:srgbClr val="EC5119"/>
              </a:gs>
              <a:gs pos="83333">
                <a:srgbClr val="E7441D"/>
              </a:gs>
              <a:gs pos="91667">
                <a:srgbClr val="E23621"/>
              </a:gs>
              <a:gs pos="100000">
                <a:srgbClr val="DC2626"/>
              </a:gs>
            </a:gsLst>
            <a:lin ang="2700000" scaled="0"/>
          </a:gradFill>
          <a:xfrm>
            <a:off x="3762375" y="1266825"/>
            <a:ext cx="1905000" cy="2286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67125" y="3705225"/>
            <a:ext cx="70901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mask.arch</a:t>
            </a:r>
          </a:p>
        </p:txBody>
      </p:sp>
      <p:sp>
        <p:nvSpPr>
          <p:cNvPr id="10" name="Hexagon 9"/>
          <p:cNvSpPr/>
          <p:nvPr/>
        </p:nvSpPr>
        <p:spPr>
          <a:gradFill flip="none" rotWithShape="1">
            <a:gsLst>
              <a:gs pos="0">
                <a:srgbClr val="34D399"/>
              </a:gs>
              <a:gs pos="8333">
                <a:srgbClr val="00CFAC"/>
              </a:gs>
              <a:gs pos="16667">
                <a:srgbClr val="00C9BD"/>
              </a:gs>
              <a:gs pos="25000">
                <a:srgbClr val="00C2CD"/>
              </a:gs>
              <a:gs pos="33333">
                <a:srgbClr val="00B9D9"/>
              </a:gs>
              <a:gs pos="41667">
                <a:srgbClr val="00B0E3"/>
              </a:gs>
              <a:gs pos="50000">
                <a:srgbClr val="0EA5E9"/>
              </a:gs>
              <a:gs pos="58333">
                <a:srgbClr val="278BD0"/>
              </a:gs>
              <a:gs pos="66667">
                <a:srgbClr val="2F72B7"/>
              </a:gs>
              <a:gs pos="75000">
                <a:srgbClr val="305A9C"/>
              </a:gs>
              <a:gs pos="83333">
                <a:srgbClr val="2D4381"/>
              </a:gs>
              <a:gs pos="91667">
                <a:srgbClr val="272E65"/>
              </a:gs>
              <a:gs pos="100000">
                <a:srgbClr val="1E1B4B"/>
              </a:gs>
            </a:gsLst>
            <a:path path="circle">
              <a:fillToRect l="30000" t="30000" r="70000" b="70000"/>
            </a:path>
          </a:gradFill>
          <a:xfrm>
            <a:off x="6524625" y="1457325"/>
            <a:ext cx="1905000" cy="1905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29375" y="3705225"/>
            <a:ext cx="61719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mask.hex</a:t>
            </a:r>
          </a:p>
        </p:txBody>
      </p:sp>
      <p:sp>
        <p:nvSpPr>
          <p:cNvPr id="12" name="Parallelogram 11"/>
          <p:cNvSpPr/>
          <p:nvPr/>
        </p:nvSpPr>
        <p:spPr>
          <a:gradFill flip="none" rotWithShape="1">
            <a:gsLst>
              <a:gs pos="0">
                <a:srgbClr val="312E81"/>
              </a:gs>
              <a:gs pos="6667">
                <a:srgbClr val="3B3193"/>
              </a:gs>
              <a:gs pos="13333">
                <a:srgbClr val="4734A5"/>
              </a:gs>
              <a:gs pos="20000">
                <a:srgbClr val="5337B7"/>
              </a:gs>
              <a:gs pos="26667">
                <a:srgbClr val="6038CA"/>
              </a:gs>
              <a:gs pos="33333">
                <a:srgbClr val="6D3ADB"/>
              </a:gs>
              <a:gs pos="40000">
                <a:srgbClr val="7C3AED"/>
              </a:gs>
              <a:gs pos="50000">
                <a:srgbClr val="9542E7"/>
              </a:gs>
              <a:gs pos="60000">
                <a:srgbClr val="AC4ADF"/>
              </a:gs>
              <a:gs pos="70000">
                <a:srgbClr val="C153D5"/>
              </a:gs>
              <a:gs pos="80000">
                <a:srgbClr val="D55CCB"/>
              </a:gs>
              <a:gs pos="90000">
                <a:srgbClr val="E566C0"/>
              </a:gs>
              <a:gs pos="100000">
                <a:srgbClr val="F472B6"/>
              </a:gs>
            </a:gsLst>
            <a:lin ang="18900000" scaled="0"/>
          </a:gradFill>
          <a:xfrm>
            <a:off x="9191625" y="1457325"/>
            <a:ext cx="2095500" cy="190500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191625" y="3705225"/>
            <a:ext cx="142607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mask.parallelogram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971925"/>
            <a:ext cx="2095500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4875" y="6219825"/>
            <a:ext cx="9818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mask.triangle</a:t>
            </a:r>
          </a:p>
        </p:txBody>
      </p:sp>
      <p:sp>
        <p:nvSpPr>
          <p:cNvPr id="16" name="Rectangle 15"/>
          <p:cNvSpPr/>
          <p:nvPr/>
        </p:nvSpPr>
        <p:spPr>
          <a:gradFill flip="none" rotWithShape="1">
            <a:gsLst>
              <a:gs pos="0">
                <a:srgbClr val="FEF3C7"/>
              </a:gs>
              <a:gs pos="6667">
                <a:srgbClr val="FBE5AE"/>
              </a:gs>
              <a:gs pos="13333">
                <a:srgbClr val="FAD795"/>
              </a:gs>
              <a:gs pos="20000">
                <a:srgbClr val="FAC77D"/>
              </a:gs>
              <a:gs pos="26667">
                <a:srgbClr val="FBB766"/>
              </a:gs>
              <a:gs pos="33333">
                <a:srgbClr val="FBA550"/>
              </a:gs>
              <a:gs pos="40000">
                <a:srgbClr val="FB923C"/>
              </a:gs>
              <a:gs pos="50000">
                <a:srgbClr val="F78331"/>
              </a:gs>
              <a:gs pos="60000">
                <a:srgbClr val="F37328"/>
              </a:gs>
              <a:gs pos="70000">
                <a:srgbClr val="EE6322"/>
              </a:gs>
              <a:gs pos="80000">
                <a:srgbClr val="E95120"/>
              </a:gs>
              <a:gs pos="90000">
                <a:srgbClr val="E33E22"/>
              </a:gs>
              <a:gs pos="100000">
                <a:srgbClr val="DC2626"/>
              </a:gs>
            </a:gsLst>
            <a:lin ang="2700000" scaled="0"/>
          </a:gradFill>
          <a:xfrm>
            <a:off x="3762375" y="3971925"/>
            <a:ext cx="1905000" cy="1905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667125" y="6219825"/>
            <a:ext cx="93270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mask.diamond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0C4A6E"/>
              </a:gs>
              <a:gs pos="6667">
                <a:srgbClr val="0E5881"/>
              </a:gs>
              <a:gs pos="13333">
                <a:srgbClr val="106795"/>
              </a:gs>
              <a:gs pos="20000">
                <a:srgbClr val="1176AA"/>
              </a:gs>
              <a:gs pos="26667">
                <a:srgbClr val="1285BE"/>
              </a:gs>
              <a:gs pos="33333">
                <a:srgbClr val="1195D4"/>
              </a:gs>
              <a:gs pos="40000">
                <a:srgbClr val="0EA5E9"/>
              </a:gs>
              <a:gs pos="50000">
                <a:srgbClr val="17B1EC"/>
              </a:gs>
              <a:gs pos="60000">
                <a:srgbClr val="25BCEF"/>
              </a:gs>
              <a:gs pos="70000">
                <a:srgbClr val="34C8F2"/>
              </a:gs>
              <a:gs pos="80000">
                <a:srgbClr val="45D3F4"/>
              </a:gs>
              <a:gs pos="90000">
                <a:srgbClr val="56DEF7"/>
              </a:gs>
              <a:gs pos="100000">
                <a:srgbClr val="67E8F9"/>
              </a:gs>
            </a:gsLst>
            <a:lin ang="5400000" scaled="0"/>
          </a:gradFill>
          <a:xfrm>
            <a:off x="6429375" y="3971925"/>
            <a:ext cx="2095500" cy="1905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29375" y="6219825"/>
            <a:ext cx="95651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mask.rounded</a:t>
            </a:r>
          </a:p>
        </p:txBody>
      </p:sp>
      <p:sp>
        <p:nvSpPr>
          <p:cNvPr id="20" name="Rounded Rectangle 19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3876675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9191625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gradFill flip="none" rotWithShape="1">
            <a:gsLst>
              <a:gs pos="0">
                <a:srgbClr val="1E1B4B"/>
              </a:gs>
              <a:gs pos="8333">
                <a:srgbClr val="2A2265"/>
              </a:gs>
              <a:gs pos="16667">
                <a:srgbClr val="38287F"/>
              </a:gs>
              <a:gs pos="25000">
                <a:srgbClr val="472D9A"/>
              </a:gs>
              <a:gs pos="33333">
                <a:srgbClr val="5732B5"/>
              </a:gs>
              <a:gs pos="41667">
                <a:srgbClr val="6936D1"/>
              </a:gs>
              <a:gs pos="50000">
                <a:srgbClr val="7C3AED"/>
              </a:gs>
              <a:gs pos="58333">
                <a:srgbClr val="9542E7"/>
              </a:gs>
              <a:gs pos="66667">
                <a:srgbClr val="AC4ADF"/>
              </a:gs>
              <a:gs pos="75000">
                <a:srgbClr val="C153D5"/>
              </a:gs>
              <a:gs pos="83333">
                <a:srgbClr val="D55CCB"/>
              </a:gs>
              <a:gs pos="91667">
                <a:srgbClr val="E566C0"/>
              </a:gs>
              <a:gs pos="100000">
                <a:srgbClr val="F472B6"/>
              </a:gs>
            </a:gsLst>
            <a:lin ang="4200000" scaled="0"/>
          </a:gradFill>
          <a:xfrm>
            <a:off x="10267950" y="4953000"/>
            <a:ext cx="1019175" cy="1019175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191625" y="6219825"/>
            <a:ext cx="8454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mask.mosaic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5411" y="6515100"/>
            <a:ext cx="15507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10 · MEDIA MASKS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Decorative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6825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71600"/>
            <a:ext cx="147205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dec.corner-brackets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1594" y="1919288"/>
            <a:ext cx="13335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152" y="2909888"/>
            <a:ext cx="13482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corner brackets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4238" y="1266825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67112" y="1371600"/>
            <a:ext cx="11754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dec.registration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460081" y="2081212"/>
            <a:ext cx="533400" cy="533400"/>
          </a:xfrm>
          <a:prstGeom prst="ellipse">
            <a:avLst/>
          </a:prstGeom>
          <a:noFill/>
          <a:ln w="14288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593431" y="2214562"/>
            <a:ext cx="266700" cy="266700"/>
          </a:xfrm>
          <a:prstGeom prst="ellipse">
            <a:avLst/>
          </a:prstGeom>
          <a:noFill/>
          <a:ln w="14288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 13"/>
          <p:cNvCxnSpPr/>
          <p:nvPr/>
        </p:nvCxnSpPr>
        <p:spPr>
          <a:xfrm>
            <a:off x="4345781" y="2347912"/>
            <a:ext cx="762000" cy="0"/>
          </a:xfrm>
          <a:prstGeom prst="line">
            <a:avLst/>
          </a:prstGeom>
          <a:ln w="14288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26781" y="1966912"/>
            <a:ext cx="0" cy="762000"/>
          </a:xfrm>
          <a:prstGeom prst="line">
            <a:avLst/>
          </a:prstGeom>
          <a:ln w="14288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698206" y="2319338"/>
            <a:ext cx="57150" cy="5715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221659" y="2862262"/>
            <a:ext cx="10102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registration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2675" y="1266825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305550" y="1371600"/>
            <a:ext cx="122604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dec.drafting-tick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12719" y="2347912"/>
            <a:ext cx="1905000" cy="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12719" y="2290762"/>
            <a:ext cx="0" cy="114300"/>
          </a:xfrm>
          <a:prstGeom prst="line">
            <a:avLst/>
          </a:prstGeom>
          <a:ln w="14288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8896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6521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41469" y="2309812"/>
            <a:ext cx="0" cy="76200"/>
          </a:xfrm>
          <a:prstGeom prst="line">
            <a:avLst/>
          </a:prstGeom>
          <a:ln w="9525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7719" y="2290762"/>
            <a:ext cx="0" cy="114300"/>
          </a:xfrm>
          <a:prstGeom prst="line">
            <a:avLst/>
          </a:prstGeom>
          <a:ln w="14288">
            <a:solidFill>
              <a:srgbClr val="A1A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2719" y="2450782"/>
            <a:ext cx="76200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71717A"/>
                </a:solidFill>
                <a:latin typeface="Inter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469" y="2450782"/>
            <a:ext cx="14144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 i="0">
                <a:solidFill>
                  <a:srgbClr val="71717A"/>
                </a:solidFill>
                <a:latin typeface="Inter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843" y="2671762"/>
            <a:ext cx="12506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drafting · ticks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1112" y="1266825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9043988" y="1371600"/>
            <a:ext cx="8852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dec.asterisk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1231" y="1928812"/>
            <a:ext cx="704850" cy="838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B923C"/>
                </a:solidFill>
                <a:latin typeface="Inter"/>
              </a:rPr>
              <a:t>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3286" y="2900362"/>
            <a:ext cx="68074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asterisk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810000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28675" y="3914775"/>
            <a:ext cx="105013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dec.dot-leader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844" y="4819650"/>
            <a:ext cx="46821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811" y="4819650"/>
            <a:ext cx="30703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p.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3468" y="5095875"/>
            <a:ext cx="86975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dot leader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4238" y="3810000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567112" y="3914775"/>
            <a:ext cx="116100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dec.arrow-glyph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88594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9119" y="4710112"/>
            <a:ext cx="304800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7269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07794" y="4710112"/>
            <a:ext cx="25717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472B6"/>
                </a:solidFill>
                <a:latin typeface="Inter"/>
              </a:rPr>
              <a:t>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84749" y="5205412"/>
            <a:ext cx="10840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arrow glyphs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2675" y="3810000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305550" y="3914775"/>
            <a:ext cx="10977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dec.index-stamp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7177" y="4562475"/>
            <a:ext cx="629692" cy="6572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F5F5F7"/>
                </a:solidFill>
                <a:latin typeface="Inter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4018" y="4876800"/>
            <a:ext cx="369243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71717A"/>
                </a:solidFill>
                <a:latin typeface="Inter"/>
              </a:rPr>
              <a:t>/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7275" y="5353050"/>
            <a:ext cx="9157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index stamp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01112" y="3810000"/>
            <a:ext cx="2605088" cy="24098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9043988" y="3914775"/>
            <a:ext cx="59814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dec.seal</a:t>
            </a:r>
          </a:p>
        </p:txBody>
      </p:sp>
      <p:sp>
        <p:nvSpPr>
          <p:cNvPr id="52" name="Oval 51"/>
          <p:cNvSpPr/>
          <p:nvPr/>
        </p:nvSpPr>
        <p:spPr>
          <a:xfrm>
            <a:off x="9670256" y="4357688"/>
            <a:ext cx="1066800" cy="1066800"/>
          </a:xfrm>
          <a:prstGeom prst="ellipse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9784556" y="4471988"/>
            <a:ext cx="838200" cy="838200"/>
          </a:xfrm>
          <a:prstGeom prst="ellipse">
            <a:avLst/>
          </a:prstGeom>
          <a:noFill/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9965293" y="4753928"/>
            <a:ext cx="476726" cy="154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>
                <a:solidFill>
                  <a:srgbClr val="F472B6"/>
                </a:solidFill>
                <a:latin typeface="Inter"/>
              </a:rPr>
              <a:t>SHIPPED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4338" y="4940618"/>
            <a:ext cx="518636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F472B6"/>
                </a:solidFill>
                <a:latin typeface="Inter"/>
              </a:rPr>
              <a:t>2026 · Q2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8448" y="5595938"/>
            <a:ext cx="9502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stamp / seal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40466" y="6515100"/>
            <a:ext cx="20657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10 · DECORATIVE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Data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4777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64874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progress ring</a:t>
            </a:r>
          </a:p>
        </p:txBody>
      </p:sp>
      <p:sp>
        <p:nvSpPr>
          <p:cNvPr id="9" name="Oval 8"/>
          <p:cNvSpPr/>
          <p:nvPr/>
        </p:nvSpPr>
        <p:spPr>
          <a:xfrm>
            <a:off x="1569244" y="1695450"/>
            <a:ext cx="838200" cy="838200"/>
          </a:xfrm>
          <a:prstGeom prst="ellipse">
            <a:avLst/>
          </a:prstGeom>
          <a:noFill/>
          <a:ln w="85725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569244" y="1695450"/>
            <a:ext cx="838200" cy="838200"/>
          </a:xfrm>
          <a:prstGeom prst="ellipse">
            <a:avLst/>
          </a:prstGeom>
          <a:noFill/>
          <a:ln w="857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73091" y="1998865"/>
            <a:ext cx="230505" cy="261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F5F5F7"/>
                </a:solidFill>
                <a:latin typeface="Inter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238" y="124777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67112" y="1352550"/>
            <a:ext cx="7692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data.gauge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212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gauge</a:t>
            </a:r>
          </a:p>
        </p:txBody>
      </p:sp>
      <p:sp>
        <p:nvSpPr>
          <p:cNvPr id="16" name="Freeform 15"/>
          <p:cNvSpPr/>
          <p:nvPr/>
        </p:nvSpPr>
        <p:spPr>
          <a:xfrm>
            <a:off x="3895509" y="1750868"/>
            <a:ext cx="1662545" cy="83127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22571" y="0"/>
                  <a:pt x="50000" y="0"/>
                </a:cubicBezTo>
                <a:cubicBezTo>
                  <a:pt x="77429" y="0"/>
                  <a:pt x="100000" y="45142"/>
                  <a:pt x="100000" y="100000"/>
                </a:cubicBezTo>
              </a:path>
            </a:pathLst>
          </a:custGeom>
          <a:noFill/>
          <a:ln w="133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3892828" y="1705789"/>
            <a:ext cx="1249590" cy="8763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15" y="100000"/>
                </a:moveTo>
                <a:cubicBezTo>
                  <a:pt x="0" y="66002"/>
                  <a:pt x="12620" y="34343"/>
                  <a:pt x="33216" y="17212"/>
                </a:cubicBezTo>
                <a:cubicBezTo>
                  <a:pt x="53812" y="81"/>
                  <a:pt x="79351" y="0"/>
                  <a:pt x="100000" y="17001"/>
                </a:cubicBezTo>
              </a:path>
            </a:pathLst>
          </a:custGeom>
          <a:noFill/>
          <a:ln w="133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85268" y="1797627"/>
            <a:ext cx="114300" cy="114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05212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8.4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2675" y="124777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305550" y="1352550"/>
            <a:ext cx="102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data.sparkline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650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sparkline · trend</a:t>
            </a:r>
          </a:p>
        </p:txBody>
      </p:sp>
      <p:sp>
        <p:nvSpPr>
          <p:cNvPr id="23" name="Freeform 22"/>
          <p:cNvSpPr/>
          <p:nvPr/>
        </p:nvSpPr>
        <p:spPr>
          <a:xfrm>
            <a:off x="6343650" y="1788275"/>
            <a:ext cx="2243138" cy="53019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3636" y="80769"/>
                </a:lnTo>
                <a:lnTo>
                  <a:pt x="27273" y="90385"/>
                </a:lnTo>
                <a:lnTo>
                  <a:pt x="40909" y="42308"/>
                </a:lnTo>
                <a:lnTo>
                  <a:pt x="54545" y="57692"/>
                </a:lnTo>
                <a:lnTo>
                  <a:pt x="68182" y="19231"/>
                </a:lnTo>
                <a:lnTo>
                  <a:pt x="81818" y="30769"/>
                </a:lnTo>
                <a:lnTo>
                  <a:pt x="100000" y="0"/>
                </a:lnTo>
              </a:path>
            </a:pathLst>
          </a:custGeom>
          <a:noFill/>
          <a:ln w="285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548688" y="175017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343650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34D399"/>
                </a:solidFill>
                <a:latin typeface="Inter"/>
              </a:rPr>
              <a:t>+42.6%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1112" y="124777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9043988" y="1352550"/>
            <a:ext cx="10739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data.sparkbars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2088" y="14287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sparkbars ·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2088" y="2216511"/>
            <a:ext cx="142745" cy="30588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9286009" y="2114550"/>
            <a:ext cx="142745" cy="40784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489931" y="2155334"/>
            <a:ext cx="142745" cy="36705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9693852" y="1931021"/>
            <a:ext cx="142745" cy="59137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9897774" y="2032981"/>
            <a:ext cx="142745" cy="4894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101695" y="1849452"/>
            <a:ext cx="142745" cy="672941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0305617" y="1910628"/>
            <a:ext cx="142745" cy="61176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0509539" y="1767883"/>
            <a:ext cx="142745" cy="75451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713460" y="1890236"/>
            <a:ext cx="142745" cy="63215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0917382" y="1727099"/>
            <a:ext cx="142745" cy="79529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9082088" y="274320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36232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8675" y="3467100"/>
            <a:ext cx="913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data.heatmap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775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heatmap · 8×4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775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1150739" y="390048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1434703" y="390048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1718667" y="3900488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2002631" y="390048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2286595" y="390048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2570559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2854523" y="390048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866775" y="406241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1150739" y="406241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1434703" y="4062412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1718667" y="4062412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2002631" y="4062412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2286595" y="406241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2570559" y="406241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2854523" y="406241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866775" y="422433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1150739" y="4224338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1434703" y="4224338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1718667" y="4224338"/>
            <a:ext cx="255389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2002631" y="4224338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2286595" y="4224338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2570559" y="4224338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2854523" y="4224338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866775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/>
          <p:cNvSpPr/>
          <p:nvPr/>
        </p:nvSpPr>
        <p:spPr>
          <a:xfrm>
            <a:off x="1150739" y="438626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1434703" y="4386262"/>
            <a:ext cx="255389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1718667" y="4386262"/>
            <a:ext cx="255389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2002631" y="4386262"/>
            <a:ext cx="255389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/>
          <p:cNvSpPr/>
          <p:nvPr/>
        </p:nvSpPr>
        <p:spPr>
          <a:xfrm>
            <a:off x="2286595" y="4386262"/>
            <a:ext cx="255389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72"/>
          <p:cNvSpPr/>
          <p:nvPr/>
        </p:nvSpPr>
        <p:spPr>
          <a:xfrm>
            <a:off x="2570559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/>
          <p:cNvSpPr/>
          <p:nvPr/>
        </p:nvSpPr>
        <p:spPr>
          <a:xfrm>
            <a:off x="2854523" y="4386262"/>
            <a:ext cx="255389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866775" y="4857750"/>
            <a:ext cx="2243138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28 dau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24238" y="3362325"/>
            <a:ext cx="2605088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3567112" y="3467100"/>
            <a:ext cx="9816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data.kpi-delta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05212" y="354330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kpi · delta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05212" y="4119562"/>
            <a:ext cx="943273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2.4M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05635" y="4329112"/>
            <a:ext cx="226368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34D399"/>
                </a:solidFill>
                <a:latin typeface="Inter"/>
              </a:rPr>
              <a:t>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89153" y="4386262"/>
            <a:ext cx="58638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Inter"/>
              </a:rPr>
              <a:t>+18.2%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05212" y="5048250"/>
            <a:ext cx="22431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vs Q1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62675" y="3362325"/>
            <a:ext cx="5343525" cy="19812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6305550" y="3467100"/>
            <a:ext cx="7945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data.ticker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43650" y="354330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ticker · live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43650" y="5019675"/>
            <a:ext cx="96649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SHIP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2,184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81590" y="5019675"/>
            <a:ext cx="89520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STAR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241" y="5019675"/>
            <a:ext cx="63951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BUG </a:t>
            </a:r>
            <a:r>
              <a:rPr sz="975" b="1" i="0" u="none">
                <a:solidFill>
                  <a:srgbClr val="F472B6"/>
                </a:solidFill>
                <a:latin typeface="Inter"/>
              </a:rPr>
              <a:t>▼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59205" y="5019675"/>
            <a:ext cx="95369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NET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99.8%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84346" y="5019675"/>
            <a:ext cx="82644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LAT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2.4s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482239" y="5019675"/>
            <a:ext cx="70976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 xml:space="preserve">ARR </a:t>
            </a:r>
            <a:r>
              <a:rPr sz="975" b="1" i="0" u="none">
                <a:solidFill>
                  <a:srgbClr val="34D399"/>
                </a:solidFill>
                <a:latin typeface="Inter"/>
              </a:rPr>
              <a:t>▲ 14.2M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5800" y="5476875"/>
            <a:ext cx="5343525" cy="91440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828675" y="5581650"/>
            <a:ext cx="114359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data.logo-cloud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6775" y="5657850"/>
            <a:ext cx="4981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logo cloud · trusted by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6775" y="5772150"/>
            <a:ext cx="422523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60748" y="5772150"/>
            <a:ext cx="388441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20639" y="5786438"/>
            <a:ext cx="56614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stripe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58232" y="5786438"/>
            <a:ext cx="6005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notion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30203" y="5772150"/>
            <a:ext cx="45615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57811" y="5772150"/>
            <a:ext cx="512564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raycast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1825" y="5786438"/>
            <a:ext cx="83745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supabase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6775" y="6038850"/>
            <a:ext cx="481608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A1A1AA"/>
                </a:solidFill>
                <a:latin typeface="Inter"/>
              </a:rPr>
              <a:t>resend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26662" y="6515100"/>
            <a:ext cx="17795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10 · DATA PRIMITIVES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16667">
                <a:srgbClr val="04091F"/>
              </a:gs>
              <a:gs pos="33333">
                <a:srgbClr val="070D28"/>
              </a:gs>
              <a:gs pos="50000">
                <a:srgbClr val="0C1030"/>
              </a:gs>
              <a:gs pos="66667">
                <a:srgbClr val="111439"/>
              </a:gs>
              <a:gs pos="83333">
                <a:srgbClr val="181842"/>
              </a:gs>
              <a:gs pos="100000">
                <a:srgbClr val="1E1B4B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Motion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6825"/>
            <a:ext cx="3517850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71600"/>
            <a:ext cx="84073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6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1676400"/>
            <a:ext cx="1629817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Inter"/>
              </a:rPr>
              <a:t>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echo · ghost-stack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000" y="1266825"/>
            <a:ext cx="3517850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79875" y="1371600"/>
            <a:ext cx="105965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motion.shutter</a:t>
            </a:r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10000"/>
                </a:srgbClr>
              </a:gs>
            </a:gsLst>
            <a:lin ang="0" scaled="0"/>
          </a:gradFill>
          <a:xfrm>
            <a:off x="4517975" y="1447800"/>
            <a:ext cx="3155900" cy="1143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689425" y="1757362"/>
            <a:ext cx="2031057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Inter"/>
              </a:rPr>
              <a:t>SHUTTER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3476625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shutter · stripes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8201" y="1266825"/>
            <a:ext cx="3517999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131076" y="1371600"/>
            <a:ext cx="130864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motion.speed-lines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3200" y="1809750"/>
            <a:ext cx="1714500" cy="0"/>
          </a:xfrm>
          <a:prstGeom prst="line">
            <a:avLst/>
          </a:prstGeom>
          <a:ln w="190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04200" y="2000250"/>
            <a:ext cx="1714500" cy="0"/>
          </a:xfrm>
          <a:prstGeom prst="line">
            <a:avLst/>
          </a:prstGeom>
          <a:ln w="190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3200" y="2190750"/>
            <a:ext cx="2476500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85200" y="2381250"/>
            <a:ext cx="152400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3700" y="2571750"/>
            <a:ext cx="171450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756850" y="2057400"/>
            <a:ext cx="266700" cy="26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10794950" y="200025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0" y="114300"/>
                </a:moveTo>
                <a:lnTo>
                  <a:pt x="152400" y="114300"/>
                </a:lnTo>
                <a:lnTo>
                  <a:pt x="95250" y="0"/>
                </a:lnTo>
                <a:close/>
              </a:path>
            </a:pathLst>
          </a:cu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169176" y="3476625"/>
            <a:ext cx="3156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speed lines ·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05250"/>
            <a:ext cx="3517850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28675" y="4010025"/>
            <a:ext cx="117544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motion.particles</a:t>
            </a:r>
          </a:p>
        </p:txBody>
      </p:sp>
      <p:sp>
        <p:nvSpPr>
          <p:cNvPr id="30" name="Oval 29"/>
          <p:cNvSpPr/>
          <p:nvPr/>
        </p:nvSpPr>
        <p:spPr>
          <a:xfrm>
            <a:off x="1068363" y="43481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454125" y="4636294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849413" y="43481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239938" y="493395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620938" y="4436269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20988" y="473868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406750" y="5124450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3802038" y="454342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263625" y="532447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49388" y="5710238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044675" y="5519738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425675" y="590073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825725" y="5324475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211488" y="5710238"/>
            <a:ext cx="28575" cy="285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606775" y="5910262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167899" y="4935855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558424" y="5131118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948949" y="4740592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2339474" y="5326380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729999" y="5131118"/>
            <a:ext cx="15240" cy="15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139925" y="4833938"/>
            <a:ext cx="609600" cy="609600"/>
          </a:xfrm>
          <a:prstGeom prst="ellipse">
            <a:avLst/>
          </a:prstGeom>
          <a:noFill/>
          <a:ln w="14288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387575" y="5081588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866775" y="6115050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particle · star-field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37000" y="3905250"/>
            <a:ext cx="3517850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479875" y="4010025"/>
            <a:ext cx="109299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motion.marquee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90533" y="4257675"/>
            <a:ext cx="7253551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  <a:r>
              <a:rPr sz="2850" b="1" i="0" u="none">
                <a:solidFill>
                  <a:srgbClr val="FFFFFF"/>
                </a:solidFill>
                <a:latin typeface="Inter"/>
              </a:rPr>
              <a:t xml:space="preserve"> · SHIP · </a:t>
            </a:r>
            <a:r>
              <a:rPr sz="2850" b="1" i="0" u="none">
                <a:solidFill>
                  <a:srgbClr val="F472B6"/>
                </a:solidFill>
                <a:latin typeface="Inter"/>
              </a:rPr>
              <a:t>FAST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17975" y="6115050"/>
            <a:ext cx="3155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marquee · skewed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88201" y="3905250"/>
            <a:ext cx="3517999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8131076" y="4010025"/>
            <a:ext cx="9977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motion.kinetic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9176" y="4124325"/>
            <a:ext cx="415975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A78BFA"/>
                </a:solidFill>
                <a:latin typeface="Inter"/>
              </a:rPr>
              <a:t>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5150" y="4191000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BFA6FB"/>
                </a:solidFill>
                <a:latin typeface="Inter"/>
              </a:rPr>
              <a:t>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0258" y="4257675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472B6"/>
                </a:solidFill>
                <a:latin typeface="Inter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12597" y="4324350"/>
            <a:ext cx="382339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B923C"/>
                </a:solidFill>
                <a:latin typeface="Inter"/>
              </a:rPr>
              <a:t>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4937" y="4391025"/>
            <a:ext cx="145107" cy="704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ACC15"/>
                </a:solidFill>
                <a:latin typeface="Inter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9176" y="6115050"/>
            <a:ext cx="3156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kinetic baseline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43145" y="6515100"/>
            <a:ext cx="20630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10 · MOTION IMPLICATION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141369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axis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UI mocks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47775"/>
            <a:ext cx="6233964" cy="3693319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352550"/>
            <a:ext cx="131653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ui.browser-chrome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75" y="1619250"/>
            <a:ext cx="5795814" cy="1724025"/>
          </a:xfrm>
          <a:prstGeom prst="roundRect">
            <a:avLst/>
          </a:prstGeom>
          <a:solidFill>
            <a:srgbClr val="0A0A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4400" y="1628775"/>
            <a:ext cx="5776764" cy="371475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028700" y="1757362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209675" y="1757362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390650" y="1757362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71625" y="1704975"/>
            <a:ext cx="1003004" cy="209550"/>
          </a:xfrm>
          <a:prstGeom prst="rect">
            <a:avLst/>
          </a:prstGeom>
          <a:solidFill>
            <a:srgbClr val="0A0A14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slidify.sh / atoms</a:t>
            </a:r>
          </a:p>
        </p:txBody>
      </p:sp>
      <p:sp>
        <p:nvSpPr>
          <p:cNvPr id="14" name="TextBox 13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16667">
                <a:srgbClr val="211E54"/>
              </a:gs>
              <a:gs pos="33333">
                <a:srgbClr val="24215C"/>
              </a:gs>
              <a:gs pos="50000">
                <a:srgbClr val="282465"/>
              </a:gs>
              <a:gs pos="66667">
                <a:srgbClr val="2B276E"/>
              </a:gs>
              <a:gs pos="83333">
                <a:srgbClr val="2E2B78"/>
              </a:gs>
              <a:gs pos="100000">
                <a:srgbClr val="312E81"/>
              </a:gs>
            </a:gsLst>
            <a:lin ang="4200000" scaled="0"/>
          </a:gradFill>
          <a:xfrm>
            <a:off x="914400" y="2000250"/>
            <a:ext cx="5776764" cy="13335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75" y="3495675"/>
            <a:ext cx="5795814" cy="1264444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14400" y="3505200"/>
            <a:ext cx="5776764" cy="2667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28700" y="3581400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209675" y="3581400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390650" y="3581400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66800" y="3924300"/>
            <a:ext cx="2775942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a deck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from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slidify </a:t>
            </a:r>
            <a:r>
              <a:rPr sz="825" b="0" i="0" u="none">
                <a:solidFill>
                  <a:srgbClr val="C084FC"/>
                </a:solidFill>
                <a:latin typeface="Consolas"/>
              </a:rPr>
              <a:t>import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 convert</a:t>
            </a:r>
          </a:p>
          <a:p>
            <a:pPr algn="l"/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
          deck = atoms.compose(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"hero"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"bento"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"cta"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>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>convert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(deck, </a:t>
            </a:r>
            <a:r>
              <a:rPr sz="825" b="0" i="0" u="none">
                <a:solidFill>
                  <a:srgbClr val="FACC15"/>
                </a:solidFill>
                <a:latin typeface="Consolas"/>
              </a:rPr>
              <a:t>"out.pptx"</a:t>
            </a:r>
            <a:r>
              <a:rPr sz="825" b="0" i="0" u="none">
                <a:solidFill>
                  <a:srgbClr val="D4D4D8"/>
                </a:solidFill>
                <a:latin typeface="Consolas"/>
              </a:rPr>
              <a:t xml:space="preserve">)
       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3114" y="1247775"/>
            <a:ext cx="4452938" cy="1727597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195989" y="1352550"/>
            <a:ext cx="80724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ui.tab-strip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2189" y="1619250"/>
            <a:ext cx="552524" cy="28575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Atoms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3707" y="1619250"/>
            <a:ext cx="641542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7053" y="1619250"/>
            <a:ext cx="514462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Fonts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3923" y="1619250"/>
            <a:ext cx="533605" cy="28575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Probe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3114" y="3108722"/>
            <a:ext cx="4452938" cy="1832372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195989" y="3213497"/>
            <a:ext cx="65677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2189" y="3480197"/>
            <a:ext cx="4014788" cy="390525"/>
          </a:xfrm>
          <a:prstGeom prst="roundRect">
            <a:avLst/>
          </a:prstGeom>
          <a:solidFill>
            <a:srgbClr val="0A0A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624614" y="3604022"/>
            <a:ext cx="8672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search atoms…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2506" y="3584972"/>
            <a:ext cx="343495" cy="18097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1717A"/>
                </a:solidFill>
                <a:latin typeface="Consolas"/>
              </a:rPr>
              <a:t>⌘ 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444"/>
            <a:ext cx="6233964" cy="8572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28675" y="5179219"/>
            <a:ext cx="73759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ui.toolbar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5531644"/>
            <a:ext cx="5510064" cy="152400"/>
          </a:xfrm>
          <a:prstGeom prst="rect">
            <a:avLst/>
          </a:prstGeom>
          <a:solidFill>
            <a:srgbClr val="0A0A14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047750" y="553164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3500" y="553164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1391" y="5531644"/>
            <a:ext cx="3705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9899" y="5531644"/>
            <a:ext cx="9644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7764" y="553164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3514" y="5531644"/>
            <a:ext cx="1143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3114" y="5074444"/>
            <a:ext cx="4452938" cy="8572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195989" y="5179219"/>
            <a:ext cx="12244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ui.avatar-cluster</a:t>
            </a:r>
          </a:p>
        </p:txBody>
      </p:sp>
      <p:sp>
        <p:nvSpPr>
          <p:cNvPr id="43" name="TextBox 42"/>
          <p:cNvSpPr txBox="1"/>
          <p:nvPr/>
        </p:nvSpPr>
        <p:spPr>
          <a:gradFill flip="none" rotWithShape="1">
            <a:gsLst>
              <a:gs pos="0">
                <a:srgbClr val="FDE68A"/>
              </a:gs>
              <a:gs pos="16667">
                <a:srgbClr val="FFD176"/>
              </a:gs>
              <a:gs pos="33333">
                <a:srgbClr val="FFBA70"/>
              </a:gs>
              <a:gs pos="50000">
                <a:srgbClr val="FFA477"/>
              </a:gs>
              <a:gs pos="66667">
                <a:srgbClr val="FF9087"/>
              </a:gs>
              <a:gs pos="83333">
                <a:srgbClr val="FF7F9E"/>
              </a:gs>
              <a:gs pos="100000">
                <a:srgbClr val="F472B6"/>
              </a:gs>
            </a:gsLst>
            <a:lin ang="2700000" scaled="0"/>
          </a:gradFill>
          <a:xfrm>
            <a:off x="7272189" y="544591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VR</a:t>
            </a:r>
          </a:p>
        </p:txBody>
      </p:sp>
      <p:sp>
        <p:nvSpPr>
          <p:cNvPr id="44" name="TextBox 43"/>
          <p:cNvSpPr txBox="1"/>
          <p:nvPr/>
        </p:nvSpPr>
        <p:spPr>
          <a:gradFill flip="none" rotWithShape="1">
            <a:gsLst>
              <a:gs pos="0">
                <a:srgbClr val="34D399"/>
              </a:gs>
              <a:gs pos="16667">
                <a:srgbClr val="00D0B3"/>
              </a:gs>
              <a:gs pos="33333">
                <a:srgbClr val="00CBCA"/>
              </a:gs>
              <a:gs pos="50000">
                <a:srgbClr val="00C4DE"/>
              </a:gs>
              <a:gs pos="66667">
                <a:srgbClr val="00BBED"/>
              </a:gs>
              <a:gs pos="83333">
                <a:srgbClr val="37B0F6"/>
              </a:gs>
              <a:gs pos="100000">
                <a:srgbClr val="60A5FA"/>
              </a:gs>
            </a:gsLst>
            <a:lin ang="2700000" scaled="0"/>
          </a:gradFill>
          <a:xfrm>
            <a:off x="7538889" y="5445919"/>
            <a:ext cx="339258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JL</a:t>
            </a:r>
          </a:p>
        </p:txBody>
      </p:sp>
      <p:sp>
        <p:nvSpPr>
          <p:cNvPr id="45" name="TextBox 44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7805589" y="544591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MK</a:t>
            </a:r>
          </a:p>
        </p:txBody>
      </p:sp>
      <p:sp>
        <p:nvSpPr>
          <p:cNvPr id="46" name="TextBox 45"/>
          <p:cNvSpPr txBox="1"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D9B32"/>
              </a:gs>
              <a:gs pos="33333">
                <a:srgbClr val="FFA427"/>
              </a:gs>
              <a:gs pos="50000">
                <a:srgbClr val="FFAE1C"/>
              </a:gs>
              <a:gs pos="66667">
                <a:srgbClr val="FFB813"/>
              </a:gs>
              <a:gs pos="83333">
                <a:srgbClr val="FDC20F"/>
              </a:gs>
              <a:gs pos="100000">
                <a:srgbClr val="FACC15"/>
              </a:gs>
            </a:gsLst>
            <a:lin ang="2700000" scaled="0"/>
          </a:gradFill>
          <a:xfrm>
            <a:off x="8072289" y="5445919"/>
            <a:ext cx="342900" cy="3429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8989" y="5445919"/>
            <a:ext cx="342900" cy="342900"/>
          </a:xfrm>
          <a:prstGeom prst="rect">
            <a:avLst/>
          </a:prstGeom>
          <a:solidFill>
            <a:srgbClr val="27272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+12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15239" y="5545931"/>
            <a:ext cx="95666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16 collaborators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6065044"/>
            <a:ext cx="6233964" cy="10763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28675" y="6169819"/>
            <a:ext cx="56316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ui.toast</a:t>
            </a:r>
          </a:p>
        </p:txBody>
      </p:sp>
      <p:sp>
        <p:nvSpPr>
          <p:cNvPr id="51" name="Rounded Rectangle 50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16667">
                <a:srgbClr val="8465F0">
                  <a:alpha val="18333"/>
                </a:srgbClr>
              </a:gs>
              <a:gs pos="33333">
                <a:srgbClr val="A065EA">
                  <a:alpha val="16667"/>
                </a:srgbClr>
              </a:gs>
              <a:gs pos="50000">
                <a:srgbClr val="B967E1">
                  <a:alpha val="15000"/>
                </a:srgbClr>
              </a:gs>
              <a:gs pos="66667">
                <a:srgbClr val="CF69D5">
                  <a:alpha val="13333"/>
                </a:srgbClr>
              </a:gs>
              <a:gs pos="83333">
                <a:srgbClr val="E36DC6">
                  <a:alpha val="11667"/>
                </a:srgbClr>
              </a:gs>
              <a:gs pos="100000">
                <a:srgbClr val="F472B6">
                  <a:alpha val="10000"/>
                </a:srgbClr>
              </a:gs>
            </a:gsLst>
            <a:lin ang="2700000" scaled="0"/>
          </a:gradFill>
          <a:xfrm>
            <a:off x="904875" y="6436519"/>
            <a:ext cx="5795814" cy="561975"/>
          </a:xfrm>
          <a:prstGeom prst="roundRect">
            <a:avLst/>
          </a:prstGeom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85850" y="6669881"/>
            <a:ext cx="95250" cy="9525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314450" y="6579394"/>
            <a:ext cx="11066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5F5F7"/>
                </a:solidFill>
                <a:latin typeface="Inter"/>
              </a:rPr>
              <a:t>Deck shipped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4450" y="6741319"/>
            <a:ext cx="11066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native_area_ratio · 0.97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9255" y="6515100"/>
            <a:ext cx="12769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09 / 10 · UI MOCKS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819150"/>
            <a:ext cx="1413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atoms · axis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667" y="609600"/>
            <a:ext cx="8851404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6060C"/>
                </a:solidFill>
                <a:latin typeface="Inter"/>
              </a:rPr>
              <a:t>Annotation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8191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000000">
                  <a:alpha val="4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xfrm>
            <a:off x="695325" y="1314450"/>
            <a:ext cx="10801350" cy="4953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2700000" scaled="0"/>
          </a:gradFill>
          <a:xfrm>
            <a:off x="5663803" y="2800350"/>
            <a:ext cx="1905000" cy="1333500"/>
          </a:xfrm>
          <a:prstGeom prst="roundRect">
            <a:avLst/>
          </a:prstGeom>
          <a:ln>
            <a:noFill/>
          </a:ln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596971" y="2079468"/>
            <a:ext cx="3232798" cy="109344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1765" y="17391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91670" y="3134815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7826498" y="2364715"/>
            <a:ext cx="1426235" cy="99836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80000" y="19048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788398" y="3324980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 11"/>
          <p:cNvCxnSpPr/>
          <p:nvPr/>
        </p:nvCxnSpPr>
        <p:spPr>
          <a:xfrm>
            <a:off x="5829770" y="5407349"/>
            <a:ext cx="1949187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29770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8957" y="5350300"/>
            <a:ext cx="0" cy="114099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1745" y="3172915"/>
            <a:ext cx="0" cy="1331152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54696" y="3172915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4696" y="4504067"/>
            <a:ext cx="114098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5775" y="1109260"/>
            <a:ext cx="419100" cy="41910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90550" y="1214035"/>
            <a:ext cx="209550" cy="209550"/>
          </a:xfrm>
          <a:prstGeom prst="ellipse">
            <a:avLst/>
          </a:prstGeom>
          <a:noFill/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410078" y="1318810"/>
            <a:ext cx="570494" cy="0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5325" y="1033563"/>
            <a:ext cx="0" cy="570494"/>
          </a:xfrm>
          <a:prstGeom prst="line">
            <a:avLst/>
          </a:prstGeom>
          <a:ln w="95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76275" y="1299760"/>
            <a:ext cx="38100" cy="381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607714" y="5275988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200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860" y="3802212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>
                <a:solidFill>
                  <a:srgbClr val="06060C"/>
                </a:solidFill>
                <a:latin typeface="Inter"/>
              </a:rPr>
              <a:t>140 px</a:t>
            </a:r>
          </a:p>
        </p:txBody>
      </p:sp>
      <p:sp>
        <p:nvSpPr>
          <p:cNvPr id="25" name="Oval 24"/>
          <p:cNvSpPr/>
          <p:nvPr/>
        </p:nvSpPr>
        <p:spPr>
          <a:xfrm>
            <a:off x="1457325" y="188684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666875" y="1896368"/>
            <a:ext cx="146610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surf · hero · radius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207645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071" y="2182118"/>
            <a:ext cx="12440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type · gfill-2 · 64px</a:t>
            </a:r>
          </a:p>
        </p:txBody>
      </p:sp>
      <p:sp>
        <p:nvSpPr>
          <p:cNvPr id="29" name="Oval 28"/>
          <p:cNvSpPr/>
          <p:nvPr/>
        </p:nvSpPr>
        <p:spPr>
          <a:xfrm>
            <a:off x="10601325" y="2172593"/>
            <a:ext cx="133350" cy="133350"/>
          </a:xfrm>
          <a:prstGeom prst="ellipse">
            <a:avLst/>
          </a:prstGeom>
          <a:solidFill>
            <a:srgbClr val="F472B6"/>
          </a:solidFill>
          <a:ln w="1905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9635282" y="2362200"/>
            <a:ext cx="109939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anno.leader-line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3803" y="5410200"/>
            <a:ext cx="97809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0336" y="1860352"/>
            <a:ext cx="95250" cy="978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anno.dimension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1175" y="5420618"/>
            <a:ext cx="9883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Inter"/>
              </a:rPr>
              <a:t>target reticle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1175" y="5600700"/>
            <a:ext cx="130611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anno.target-reticle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796" y="5200650"/>
            <a:ext cx="799337" cy="304800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v0.4 · stable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7590" y="5600700"/>
            <a:ext cx="11575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anno.callout-pill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75" y="6038850"/>
            <a:ext cx="84340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● anchor-dot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5434" y="6038850"/>
            <a:ext cx="88642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— leader-line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5204" y="6038850"/>
            <a:ext cx="108361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⊕ target-reticle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2172" y="6038850"/>
            <a:ext cx="9446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▭ callout-pill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6061" y="6515100"/>
            <a:ext cx="23001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10 / 10 · ANNOTATION PRIMITIVES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1A1AA"/>
      </a:accent2>
      <a:accent3>
        <a:srgbClr val="F472B6"/>
      </a:accent3>
      <a:accent4>
        <a:srgbClr val="06060C"/>
      </a:accent4>
      <a:accent5>
        <a:srgbClr val="A78BFA"/>
      </a:accent5>
      <a:accent6>
        <a:srgbClr val="5252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